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handoutMasterIdLst>
    <p:handoutMasterId r:id="rId31"/>
  </p:handoutMasterIdLst>
  <p:sldIdLst>
    <p:sldId id="268" r:id="rId2"/>
    <p:sldId id="256" r:id="rId3"/>
    <p:sldId id="270" r:id="rId4"/>
    <p:sldId id="271" r:id="rId5"/>
    <p:sldId id="272" r:id="rId6"/>
    <p:sldId id="274" r:id="rId7"/>
    <p:sldId id="275" r:id="rId8"/>
    <p:sldId id="287" r:id="rId9"/>
    <p:sldId id="277" r:id="rId10"/>
    <p:sldId id="294" r:id="rId11"/>
    <p:sldId id="295" r:id="rId12"/>
    <p:sldId id="296" r:id="rId13"/>
    <p:sldId id="286" r:id="rId14"/>
    <p:sldId id="293" r:id="rId15"/>
    <p:sldId id="279" r:id="rId16"/>
    <p:sldId id="280" r:id="rId17"/>
    <p:sldId id="300" r:id="rId18"/>
    <p:sldId id="301" r:id="rId19"/>
    <p:sldId id="302" r:id="rId20"/>
    <p:sldId id="303" r:id="rId21"/>
    <p:sldId id="304" r:id="rId22"/>
    <p:sldId id="281" r:id="rId23"/>
    <p:sldId id="289" r:id="rId24"/>
    <p:sldId id="290" r:id="rId25"/>
    <p:sldId id="291" r:id="rId26"/>
    <p:sldId id="292" r:id="rId27"/>
    <p:sldId id="299" r:id="rId28"/>
    <p:sldId id="265"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6357" autoAdjust="0"/>
  </p:normalViewPr>
  <p:slideViewPr>
    <p:cSldViewPr snapToGrid="0">
      <p:cViewPr varScale="1">
        <p:scale>
          <a:sx n="78" d="100"/>
          <a:sy n="78" d="100"/>
        </p:scale>
        <p:origin x="878" y="58"/>
      </p:cViewPr>
      <p:guideLst/>
    </p:cSldViewPr>
  </p:slideViewPr>
  <p:outlineViewPr>
    <p:cViewPr>
      <p:scale>
        <a:sx n="33" d="100"/>
        <a:sy n="33" d="100"/>
      </p:scale>
      <p:origin x="0" y="-642"/>
    </p:cViewPr>
  </p:outlineViewPr>
  <p:notesTextViewPr>
    <p:cViewPr>
      <p:scale>
        <a:sx n="3" d="2"/>
        <a:sy n="3" d="2"/>
      </p:scale>
      <p:origin x="0" y="0"/>
    </p:cViewPr>
  </p:notesTextViewPr>
  <p:notesViewPr>
    <p:cSldViewPr snapToGrid="0">
      <p:cViewPr varScale="1">
        <p:scale>
          <a:sx n="60" d="100"/>
          <a:sy n="60" d="100"/>
        </p:scale>
        <p:origin x="1670" y="4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2873B9F-50A0-4622-8B27-9EA7B86E7C9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AD217B71-78E5-4F1B-8D85-573B8AAD3E4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76A5925-1F73-40BA-85C9-D3AC61ACF64E}" type="datetimeFigureOut">
              <a:rPr lang="en-US" smtClean="0"/>
              <a:t>5/9/2025</a:t>
            </a:fld>
            <a:endParaRPr lang="en-US"/>
          </a:p>
        </p:txBody>
      </p:sp>
      <p:sp>
        <p:nvSpPr>
          <p:cNvPr id="4" name="Footer Placeholder 3">
            <a:extLst>
              <a:ext uri="{FF2B5EF4-FFF2-40B4-BE49-F238E27FC236}">
                <a16:creationId xmlns:a16="http://schemas.microsoft.com/office/drawing/2014/main" id="{E2A5D993-102A-4921-A12E-E8E8D0285AF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3F94975-3B91-4B9C-9498-7DA766AE146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C10B77D-D561-4A25-8C29-51CAB365AE4B}" type="slidenum">
              <a:rPr lang="en-US" smtClean="0"/>
              <a:t>‹#›</a:t>
            </a:fld>
            <a:endParaRPr lang="en-US"/>
          </a:p>
        </p:txBody>
      </p:sp>
    </p:spTree>
    <p:extLst>
      <p:ext uri="{BB962C8B-B14F-4D97-AF65-F5344CB8AC3E}">
        <p14:creationId xmlns:p14="http://schemas.microsoft.com/office/powerpoint/2010/main" val="293664297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FD28DB0-09F6-4366-A211-0FA9A757C8BD}" type="datetimeFigureOut">
              <a:rPr lang="en-US" noProof="0" smtClean="0"/>
              <a:t>5/9/2025</a:t>
            </a:fld>
            <a:endParaRPr lang="en-US" noProof="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3DCE8F5-1341-475C-BF40-2E24D91E8058}" type="slidenum">
              <a:rPr lang="en-US" noProof="0" smtClean="0"/>
              <a:t>‹#›</a:t>
            </a:fld>
            <a:endParaRPr lang="en-US" noProof="0"/>
          </a:p>
        </p:txBody>
      </p:sp>
    </p:spTree>
    <p:extLst>
      <p:ext uri="{BB962C8B-B14F-4D97-AF65-F5344CB8AC3E}">
        <p14:creationId xmlns:p14="http://schemas.microsoft.com/office/powerpoint/2010/main" val="9064971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0945AC3A-7D9B-423E-A2BF-B883C9B2D241}"/>
              </a:ext>
            </a:extLst>
          </p:cNvPr>
          <p:cNvPicPr>
            <a:picLocks/>
          </p:cNvPicPr>
          <p:nvPr userDrawn="1"/>
        </p:nvPicPr>
        <p:blipFill rotWithShape="1">
          <a:blip r:embed="rId2" cstate="screen">
            <a:duotone>
              <a:prstClr val="black"/>
              <a:schemeClr val="tx2">
                <a:tint val="45000"/>
                <a:satMod val="400000"/>
              </a:schemeClr>
            </a:duotone>
            <a:extLst>
              <a:ext uri="{28A0092B-C50C-407E-A947-70E740481C1C}">
                <a14:useLocalDpi xmlns:a14="http://schemas.microsoft.com/office/drawing/2010/main"/>
              </a:ext>
            </a:extLst>
          </a:blip>
          <a:srcRect b="-15"/>
          <a:stretch/>
        </p:blipFill>
        <p:spPr>
          <a:xfrm>
            <a:off x="7801452" y="1"/>
            <a:ext cx="4389120" cy="6675120"/>
          </a:xfrm>
          <a:prstGeom prst="rect">
            <a:avLst/>
          </a:prstGeom>
        </p:spPr>
      </p:pic>
      <p:sp>
        <p:nvSpPr>
          <p:cNvPr id="5" name="Rectangle 4">
            <a:extLst>
              <a:ext uri="{FF2B5EF4-FFF2-40B4-BE49-F238E27FC236}">
                <a16:creationId xmlns:a16="http://schemas.microsoft.com/office/drawing/2014/main" id="{C7524B29-B525-4E47-862B-FD57B403D539}"/>
              </a:ext>
            </a:extLst>
          </p:cNvPr>
          <p:cNvSpPr/>
          <p:nvPr userDrawn="1"/>
        </p:nvSpPr>
        <p:spPr>
          <a:xfrm>
            <a:off x="7804351" y="1"/>
            <a:ext cx="4386221" cy="6678000"/>
          </a:xfrm>
          <a:prstGeom prst="rect">
            <a:avLst/>
          </a:prstGeom>
          <a:solidFill>
            <a:schemeClr val="tx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Picture Placeholder 9">
            <a:extLst>
              <a:ext uri="{FF2B5EF4-FFF2-40B4-BE49-F238E27FC236}">
                <a16:creationId xmlns:a16="http://schemas.microsoft.com/office/drawing/2014/main" id="{140927D5-AE1A-4ABD-BD8F-2F78723FF0D6}"/>
              </a:ext>
            </a:extLst>
          </p:cNvPr>
          <p:cNvSpPr>
            <a:spLocks noGrp="1"/>
          </p:cNvSpPr>
          <p:nvPr>
            <p:ph type="pic" sz="quarter" idx="10" hasCustomPrompt="1"/>
          </p:nvPr>
        </p:nvSpPr>
        <p:spPr>
          <a:xfrm>
            <a:off x="-11284" y="1"/>
            <a:ext cx="7815636" cy="6677022"/>
          </a:xfrm>
          <a:solidFill>
            <a:schemeClr val="bg1">
              <a:lumMod val="95000"/>
            </a:schemeClr>
          </a:solidFill>
        </p:spPr>
        <p:txBody>
          <a:bodyPr anchor="ctr"/>
          <a:lstStyle>
            <a:lvl1pPr marL="0" indent="0" algn="ctr">
              <a:buNone/>
              <a:defRPr sz="1600" i="1">
                <a:latin typeface="Times New Roman" panose="02020603050405020304" pitchFamily="18" charset="0"/>
                <a:cs typeface="Times New Roman" panose="02020603050405020304" pitchFamily="18" charset="0"/>
              </a:defRPr>
            </a:lvl1pPr>
          </a:lstStyle>
          <a:p>
            <a:r>
              <a:rPr lang="en-US"/>
              <a:t>Insert or Drag and Drop your Image</a:t>
            </a:r>
            <a:endParaRPr lang="en-US" dirty="0"/>
          </a:p>
        </p:txBody>
      </p:sp>
      <p:sp>
        <p:nvSpPr>
          <p:cNvPr id="11" name="Rectangle 10">
            <a:extLst>
              <a:ext uri="{FF2B5EF4-FFF2-40B4-BE49-F238E27FC236}">
                <a16:creationId xmlns:a16="http://schemas.microsoft.com/office/drawing/2014/main" id="{F94C333A-735B-44F8-99E4-E73D8172DE35}"/>
              </a:ext>
            </a:extLst>
          </p:cNvPr>
          <p:cNvSpPr/>
          <p:nvPr userDrawn="1"/>
        </p:nvSpPr>
        <p:spPr>
          <a:xfrm>
            <a:off x="-9856" y="6678000"/>
            <a:ext cx="9405316" cy="144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CC69AA83-848B-4DFD-A644-A5D9CEFF95E3}"/>
              </a:ext>
            </a:extLst>
          </p:cNvPr>
          <p:cNvSpPr/>
          <p:nvPr userDrawn="1"/>
        </p:nvSpPr>
        <p:spPr>
          <a:xfrm>
            <a:off x="7804351" y="6678000"/>
            <a:ext cx="4224295" cy="144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rIns="36000" bIns="0" rtlCol="0" anchor="b"/>
          <a:lstStyle/>
          <a:p>
            <a:pPr algn="r"/>
            <a:endParaRPr lang="en-US" sz="1000" noProof="1">
              <a:latin typeface="Tw Cen MT" panose="020B0602020104020603" pitchFamily="34" charset="0"/>
            </a:endParaRPr>
          </a:p>
        </p:txBody>
      </p:sp>
      <p:sp>
        <p:nvSpPr>
          <p:cNvPr id="15" name="Slide Number Placeholder 5">
            <a:extLst>
              <a:ext uri="{FF2B5EF4-FFF2-40B4-BE49-F238E27FC236}">
                <a16:creationId xmlns:a16="http://schemas.microsoft.com/office/drawing/2014/main" id="{42880EF2-ACF9-4D66-99FF-99CB3F61BE99}"/>
              </a:ext>
            </a:extLst>
          </p:cNvPr>
          <p:cNvSpPr txBox="1">
            <a:spLocks/>
          </p:cNvSpPr>
          <p:nvPr userDrawn="1"/>
        </p:nvSpPr>
        <p:spPr>
          <a:xfrm>
            <a:off x="12030074" y="6678000"/>
            <a:ext cx="161925" cy="144000"/>
          </a:xfrm>
          <a:prstGeom prst="rect">
            <a:avLst/>
          </a:prstGeom>
          <a:solidFill>
            <a:schemeClr val="accent1"/>
          </a:solidFill>
        </p:spPr>
        <p:txBody>
          <a:bodyPr vert="horz" lIns="0" tIns="0" rIns="72000" bIns="0" rtlCol="0" anchor="ctr"/>
          <a:lstStyle>
            <a:defPPr>
              <a:defRPr lang="en-US"/>
            </a:defPPr>
            <a:lvl1pPr marL="0" algn="r" defTabSz="914400" rtl="0" eaLnBrk="1" latinLnBrk="0" hangingPunct="1">
              <a:defRPr sz="12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2" name="Title 1">
            <a:extLst>
              <a:ext uri="{FF2B5EF4-FFF2-40B4-BE49-F238E27FC236}">
                <a16:creationId xmlns:a16="http://schemas.microsoft.com/office/drawing/2014/main" id="{8487E03C-DE68-4CE8-A7F1-B9DD28846BC8}"/>
              </a:ext>
            </a:extLst>
          </p:cNvPr>
          <p:cNvSpPr>
            <a:spLocks noGrp="1"/>
          </p:cNvSpPr>
          <p:nvPr>
            <p:ph type="ctrTitle"/>
          </p:nvPr>
        </p:nvSpPr>
        <p:spPr>
          <a:xfrm>
            <a:off x="8073392" y="1962149"/>
            <a:ext cx="3759807" cy="1547813"/>
          </a:xfrm>
        </p:spPr>
        <p:txBody>
          <a:bodyPr anchor="b"/>
          <a:lstStyle>
            <a:lvl1pPr algn="l">
              <a:lnSpc>
                <a:spcPts val="4000"/>
              </a:lnSpc>
              <a:defRPr sz="4800" spc="-150">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EEE8855-FE55-4351-B21B-FE33CB8050C1}"/>
              </a:ext>
            </a:extLst>
          </p:cNvPr>
          <p:cNvSpPr>
            <a:spLocks noGrp="1"/>
          </p:cNvSpPr>
          <p:nvPr>
            <p:ph type="subTitle" idx="1"/>
          </p:nvPr>
        </p:nvSpPr>
        <p:spPr>
          <a:xfrm>
            <a:off x="8073391" y="3602038"/>
            <a:ext cx="3756943" cy="722312"/>
          </a:xfrm>
        </p:spPr>
        <p:txBody>
          <a:bodyPr/>
          <a:lstStyle>
            <a:lvl1pPr marL="0" indent="0" algn="l">
              <a:buNone/>
              <a:defRPr sz="1600" spc="-15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Graphic 11">
            <a:extLst>
              <a:ext uri="{FF2B5EF4-FFF2-40B4-BE49-F238E27FC236}">
                <a16:creationId xmlns:a16="http://schemas.microsoft.com/office/drawing/2014/main" id="{54BAE1D8-3DF8-48CA-92C4-2E2064E4A3C5}"/>
              </a:ext>
            </a:extLst>
          </p:cNvPr>
          <p:cNvSpPr/>
          <p:nvPr userDrawn="1"/>
        </p:nvSpPr>
        <p:spPr>
          <a:xfrm>
            <a:off x="8776606" y="3981146"/>
            <a:ext cx="3413965" cy="2695876"/>
          </a:xfrm>
          <a:custGeom>
            <a:avLst/>
            <a:gdLst>
              <a:gd name="connsiteX0" fmla="*/ 4121944 w 4124325"/>
              <a:gd name="connsiteY0" fmla="*/ 1555076 h 3257550"/>
              <a:gd name="connsiteX1" fmla="*/ 4118134 w 4124325"/>
              <a:gd name="connsiteY1" fmla="*/ 1533169 h 3257550"/>
              <a:gd name="connsiteX2" fmla="*/ 2782729 w 4124325"/>
              <a:gd name="connsiteY2" fmla="*/ 39649 h 3257550"/>
              <a:gd name="connsiteX3" fmla="*/ 2108359 w 4124325"/>
              <a:gd name="connsiteY3" fmla="*/ 2436139 h 3257550"/>
              <a:gd name="connsiteX4" fmla="*/ 1262539 w 4124325"/>
              <a:gd name="connsiteY4" fmla="*/ 1310284 h 3257550"/>
              <a:gd name="connsiteX5" fmla="*/ 717709 w 4124325"/>
              <a:gd name="connsiteY5" fmla="*/ 2358986 h 3257550"/>
              <a:gd name="connsiteX6" fmla="*/ 7144 w 4124325"/>
              <a:gd name="connsiteY6" fmla="*/ 3257194 h 3257550"/>
              <a:gd name="connsiteX7" fmla="*/ 4075271 w 4124325"/>
              <a:gd name="connsiteY7" fmla="*/ 3257194 h 3257550"/>
              <a:gd name="connsiteX8" fmla="*/ 4122896 w 4124325"/>
              <a:gd name="connsiteY8" fmla="*/ 3201949 h 3257550"/>
              <a:gd name="connsiteX9" fmla="*/ 4122896 w 4124325"/>
              <a:gd name="connsiteY9" fmla="*/ 1555076 h 3257550"/>
              <a:gd name="connsiteX0" fmla="*/ 4115752 w 4207192"/>
              <a:gd name="connsiteY0" fmla="*/ 3194805 h 3286245"/>
              <a:gd name="connsiteX1" fmla="*/ 4115752 w 4207192"/>
              <a:gd name="connsiteY1" fmla="*/ 1547932 h 3286245"/>
              <a:gd name="connsiteX2" fmla="*/ 4114800 w 4207192"/>
              <a:gd name="connsiteY2" fmla="*/ 1547932 h 3286245"/>
              <a:gd name="connsiteX3" fmla="*/ 4110990 w 4207192"/>
              <a:gd name="connsiteY3" fmla="*/ 1526025 h 3286245"/>
              <a:gd name="connsiteX4" fmla="*/ 2775585 w 4207192"/>
              <a:gd name="connsiteY4" fmla="*/ 32505 h 3286245"/>
              <a:gd name="connsiteX5" fmla="*/ 2101215 w 4207192"/>
              <a:gd name="connsiteY5" fmla="*/ 2428995 h 3286245"/>
              <a:gd name="connsiteX6" fmla="*/ 1255395 w 4207192"/>
              <a:gd name="connsiteY6" fmla="*/ 1303140 h 3286245"/>
              <a:gd name="connsiteX7" fmla="*/ 710565 w 4207192"/>
              <a:gd name="connsiteY7" fmla="*/ 2351842 h 3286245"/>
              <a:gd name="connsiteX8" fmla="*/ 0 w 4207192"/>
              <a:gd name="connsiteY8" fmla="*/ 3250050 h 3286245"/>
              <a:gd name="connsiteX9" fmla="*/ 4068127 w 4207192"/>
              <a:gd name="connsiteY9" fmla="*/ 3250050 h 3286245"/>
              <a:gd name="connsiteX10" fmla="*/ 4207192 w 4207192"/>
              <a:gd name="connsiteY10" fmla="*/ 3286245 h 3286245"/>
              <a:gd name="connsiteX0" fmla="*/ 4115752 w 4207192"/>
              <a:gd name="connsiteY0" fmla="*/ 3194805 h 3286245"/>
              <a:gd name="connsiteX1" fmla="*/ 4115752 w 4207192"/>
              <a:gd name="connsiteY1" fmla="*/ 1547932 h 3286245"/>
              <a:gd name="connsiteX2" fmla="*/ 4114800 w 4207192"/>
              <a:gd name="connsiteY2" fmla="*/ 1547932 h 3286245"/>
              <a:gd name="connsiteX3" fmla="*/ 4110990 w 4207192"/>
              <a:gd name="connsiteY3" fmla="*/ 1526025 h 3286245"/>
              <a:gd name="connsiteX4" fmla="*/ 2775585 w 4207192"/>
              <a:gd name="connsiteY4" fmla="*/ 32505 h 3286245"/>
              <a:gd name="connsiteX5" fmla="*/ 2101215 w 4207192"/>
              <a:gd name="connsiteY5" fmla="*/ 2428995 h 3286245"/>
              <a:gd name="connsiteX6" fmla="*/ 1255395 w 4207192"/>
              <a:gd name="connsiteY6" fmla="*/ 1303140 h 3286245"/>
              <a:gd name="connsiteX7" fmla="*/ 710565 w 4207192"/>
              <a:gd name="connsiteY7" fmla="*/ 2351842 h 3286245"/>
              <a:gd name="connsiteX8" fmla="*/ 0 w 4207192"/>
              <a:gd name="connsiteY8" fmla="*/ 3250050 h 3286245"/>
              <a:gd name="connsiteX9" fmla="*/ 4207192 w 4207192"/>
              <a:gd name="connsiteY9" fmla="*/ 3286245 h 3286245"/>
              <a:gd name="connsiteX0" fmla="*/ 4115752 w 4115752"/>
              <a:gd name="connsiteY0" fmla="*/ 3194805 h 3250050"/>
              <a:gd name="connsiteX1" fmla="*/ 4115752 w 4115752"/>
              <a:gd name="connsiteY1" fmla="*/ 1547932 h 3250050"/>
              <a:gd name="connsiteX2" fmla="*/ 4114800 w 4115752"/>
              <a:gd name="connsiteY2" fmla="*/ 1547932 h 3250050"/>
              <a:gd name="connsiteX3" fmla="*/ 4110990 w 4115752"/>
              <a:gd name="connsiteY3" fmla="*/ 1526025 h 3250050"/>
              <a:gd name="connsiteX4" fmla="*/ 2775585 w 4115752"/>
              <a:gd name="connsiteY4" fmla="*/ 32505 h 3250050"/>
              <a:gd name="connsiteX5" fmla="*/ 2101215 w 4115752"/>
              <a:gd name="connsiteY5" fmla="*/ 2428995 h 3250050"/>
              <a:gd name="connsiteX6" fmla="*/ 1255395 w 4115752"/>
              <a:gd name="connsiteY6" fmla="*/ 1303140 h 3250050"/>
              <a:gd name="connsiteX7" fmla="*/ 710565 w 4115752"/>
              <a:gd name="connsiteY7" fmla="*/ 2351842 h 3250050"/>
              <a:gd name="connsiteX8" fmla="*/ 0 w 4115752"/>
              <a:gd name="connsiteY8" fmla="*/ 3250050 h 3250050"/>
              <a:gd name="connsiteX0" fmla="*/ 4115752 w 4115752"/>
              <a:gd name="connsiteY0" fmla="*/ 1547932 h 3250050"/>
              <a:gd name="connsiteX1" fmla="*/ 4114800 w 4115752"/>
              <a:gd name="connsiteY1" fmla="*/ 1547932 h 3250050"/>
              <a:gd name="connsiteX2" fmla="*/ 4110990 w 4115752"/>
              <a:gd name="connsiteY2" fmla="*/ 1526025 h 3250050"/>
              <a:gd name="connsiteX3" fmla="*/ 2775585 w 4115752"/>
              <a:gd name="connsiteY3" fmla="*/ 32505 h 3250050"/>
              <a:gd name="connsiteX4" fmla="*/ 2101215 w 4115752"/>
              <a:gd name="connsiteY4" fmla="*/ 2428995 h 3250050"/>
              <a:gd name="connsiteX5" fmla="*/ 1255395 w 4115752"/>
              <a:gd name="connsiteY5" fmla="*/ 1303140 h 3250050"/>
              <a:gd name="connsiteX6" fmla="*/ 710565 w 4115752"/>
              <a:gd name="connsiteY6" fmla="*/ 2351842 h 3250050"/>
              <a:gd name="connsiteX7" fmla="*/ 0 w 4115752"/>
              <a:gd name="connsiteY7" fmla="*/ 3250050 h 3250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15752" h="3250050">
                <a:moveTo>
                  <a:pt x="4115752" y="1547932"/>
                </a:moveTo>
                <a:lnTo>
                  <a:pt x="4114800" y="1547932"/>
                </a:lnTo>
                <a:cubicBezTo>
                  <a:pt x="4114800" y="1540312"/>
                  <a:pt x="4113847" y="1532692"/>
                  <a:pt x="4110990" y="1526025"/>
                </a:cubicBezTo>
                <a:cubicBezTo>
                  <a:pt x="4060507" y="1391722"/>
                  <a:pt x="3224212" y="-249435"/>
                  <a:pt x="2775585" y="32505"/>
                </a:cubicBezTo>
                <a:cubicBezTo>
                  <a:pt x="2375535" y="283965"/>
                  <a:pt x="2629852" y="2428995"/>
                  <a:pt x="2101215" y="2428995"/>
                </a:cubicBezTo>
                <a:cubicBezTo>
                  <a:pt x="1784985" y="2428995"/>
                  <a:pt x="1670685" y="1303140"/>
                  <a:pt x="1255395" y="1303140"/>
                </a:cubicBezTo>
                <a:cubicBezTo>
                  <a:pt x="1037272" y="1303140"/>
                  <a:pt x="710565" y="1554600"/>
                  <a:pt x="710565" y="2351842"/>
                </a:cubicBezTo>
                <a:cubicBezTo>
                  <a:pt x="710565" y="3149085"/>
                  <a:pt x="0" y="3250050"/>
                  <a:pt x="0" y="3250050"/>
                </a:cubicBezTo>
              </a:path>
            </a:pathLst>
          </a:custGeom>
          <a:noFill/>
          <a:ln w="9525" cap="flat">
            <a:solidFill>
              <a:schemeClr val="bg1"/>
            </a:solidFill>
            <a:prstDash val="dash"/>
            <a:miter/>
          </a:ln>
        </p:spPr>
        <p:txBody>
          <a:bodyPr rtlCol="0" anchor="ctr"/>
          <a:lstStyle/>
          <a:p>
            <a:endParaRPr lang="en-US" dirty="0"/>
          </a:p>
        </p:txBody>
      </p:sp>
      <p:sp>
        <p:nvSpPr>
          <p:cNvPr id="14" name="Rectangle 13">
            <a:extLst>
              <a:ext uri="{FF2B5EF4-FFF2-40B4-BE49-F238E27FC236}">
                <a16:creationId xmlns:a16="http://schemas.microsoft.com/office/drawing/2014/main" id="{974E860F-437F-442E-898C-244A0DD5D765}"/>
              </a:ext>
            </a:extLst>
          </p:cNvPr>
          <p:cNvSpPr/>
          <p:nvPr userDrawn="1"/>
        </p:nvSpPr>
        <p:spPr>
          <a:xfrm>
            <a:off x="-9856" y="6822000"/>
            <a:ext cx="12201856" cy="36000"/>
          </a:xfrm>
          <a:prstGeom prst="rect">
            <a:avLst/>
          </a:prstGeom>
          <a:gradFill>
            <a:gsLst>
              <a:gs pos="0">
                <a:schemeClr val="accent4"/>
              </a:gs>
              <a:gs pos="37000">
                <a:schemeClr val="bg1">
                  <a:lumMod val="85000"/>
                </a:schemeClr>
              </a:gs>
              <a:gs pos="100000">
                <a:schemeClr val="accent1"/>
              </a:gs>
              <a:gs pos="68000">
                <a:schemeClr val="tx1">
                  <a:lumMod val="85000"/>
                  <a:lumOff val="15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dirty="0"/>
          </a:p>
        </p:txBody>
      </p:sp>
    </p:spTree>
    <p:extLst>
      <p:ext uri="{BB962C8B-B14F-4D97-AF65-F5344CB8AC3E}">
        <p14:creationId xmlns:p14="http://schemas.microsoft.com/office/powerpoint/2010/main" val="804264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9FB83C35-D975-48B4-8E79-AB7A1A80DFCE}"/>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7799832" cy="6675120"/>
          </a:xfrm>
          <a:prstGeom prst="rect">
            <a:avLst/>
          </a:prstGeom>
        </p:spPr>
      </p:pic>
      <p:sp>
        <p:nvSpPr>
          <p:cNvPr id="11" name="Rectangle 10">
            <a:extLst>
              <a:ext uri="{FF2B5EF4-FFF2-40B4-BE49-F238E27FC236}">
                <a16:creationId xmlns:a16="http://schemas.microsoft.com/office/drawing/2014/main" id="{DD7E187E-6082-49C3-B795-CC4321FE39F8}"/>
              </a:ext>
            </a:extLst>
          </p:cNvPr>
          <p:cNvSpPr/>
          <p:nvPr userDrawn="1"/>
        </p:nvSpPr>
        <p:spPr>
          <a:xfrm>
            <a:off x="6671" y="0"/>
            <a:ext cx="7802524" cy="6677644"/>
          </a:xfrm>
          <a:prstGeom prst="rect">
            <a:avLst/>
          </a:prstGeom>
          <a:solidFill>
            <a:schemeClr val="tx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2" name="Picture Placeholder 9">
            <a:extLst>
              <a:ext uri="{FF2B5EF4-FFF2-40B4-BE49-F238E27FC236}">
                <a16:creationId xmlns:a16="http://schemas.microsoft.com/office/drawing/2014/main" id="{8FBFF6A8-5ABD-4191-81E4-C9F86380A56D}"/>
              </a:ext>
            </a:extLst>
          </p:cNvPr>
          <p:cNvSpPr>
            <a:spLocks noGrp="1"/>
          </p:cNvSpPr>
          <p:nvPr>
            <p:ph type="pic" sz="quarter" idx="10" hasCustomPrompt="1"/>
          </p:nvPr>
        </p:nvSpPr>
        <p:spPr>
          <a:xfrm>
            <a:off x="7801097" y="1"/>
            <a:ext cx="4389475" cy="6677644"/>
          </a:xfrm>
          <a:solidFill>
            <a:schemeClr val="bg1">
              <a:lumMod val="95000"/>
            </a:schemeClr>
          </a:solidFill>
        </p:spPr>
        <p:txBody>
          <a:bodyPr anchor="ctr"/>
          <a:lstStyle>
            <a:lvl1pPr marL="0" indent="0" algn="ctr">
              <a:buNone/>
              <a:defRPr sz="1600" i="1">
                <a:latin typeface="Times New Roman" panose="02020603050405020304" pitchFamily="18" charset="0"/>
                <a:cs typeface="Times New Roman" panose="02020603050405020304" pitchFamily="18" charset="0"/>
              </a:defRPr>
            </a:lvl1pPr>
          </a:lstStyle>
          <a:p>
            <a:r>
              <a:rPr lang="en-US" noProof="0"/>
              <a:t>Insert or Drag and Drop your Image</a:t>
            </a:r>
          </a:p>
        </p:txBody>
      </p:sp>
      <p:sp>
        <p:nvSpPr>
          <p:cNvPr id="5" name="Footer Placeholder 4">
            <a:extLst>
              <a:ext uri="{FF2B5EF4-FFF2-40B4-BE49-F238E27FC236}">
                <a16:creationId xmlns:a16="http://schemas.microsoft.com/office/drawing/2014/main" id="{16E27D1E-1708-4D17-AB85-058EE0C34776}"/>
              </a:ext>
            </a:extLst>
          </p:cNvPr>
          <p:cNvSpPr>
            <a:spLocks noGrp="1"/>
          </p:cNvSpPr>
          <p:nvPr>
            <p:ph type="ftr" sz="quarter" idx="13"/>
          </p:nvPr>
        </p:nvSpPr>
        <p:spPr>
          <a:gradFill>
            <a:gsLst>
              <a:gs pos="82000">
                <a:schemeClr val="tx1">
                  <a:lumMod val="85000"/>
                  <a:lumOff val="15000"/>
                </a:schemeClr>
              </a:gs>
              <a:gs pos="100000">
                <a:schemeClr val="tx1"/>
              </a:gs>
            </a:gsLst>
          </a:gradFill>
        </p:spPr>
        <p:txBody>
          <a:bodyPr/>
          <a:lstStyle>
            <a:lvl1pPr>
              <a:defRPr>
                <a:solidFill>
                  <a:schemeClr val="bg1"/>
                </a:solidFill>
              </a:defRPr>
            </a:lvl1pPr>
          </a:lstStyle>
          <a:p>
            <a:r>
              <a:rPr lang="en-US" noProof="0"/>
              <a:t>Add a footer</a:t>
            </a:r>
          </a:p>
        </p:txBody>
      </p:sp>
      <p:sp>
        <p:nvSpPr>
          <p:cNvPr id="9" name="Slide Number Placeholder 8">
            <a:extLst>
              <a:ext uri="{FF2B5EF4-FFF2-40B4-BE49-F238E27FC236}">
                <a16:creationId xmlns:a16="http://schemas.microsoft.com/office/drawing/2014/main" id="{69529A18-E6EB-4081-B804-B2FCF5287DFF}"/>
              </a:ext>
            </a:extLst>
          </p:cNvPr>
          <p:cNvSpPr>
            <a:spLocks noGrp="1"/>
          </p:cNvSpPr>
          <p:nvPr>
            <p:ph type="sldNum" sz="quarter" idx="14"/>
          </p:nvPr>
        </p:nvSpPr>
        <p:spPr>
          <a:xfrm>
            <a:off x="11594400" y="6678000"/>
            <a:ext cx="597600" cy="144000"/>
          </a:xfrm>
        </p:spPr>
        <p:txBody>
          <a:bodyPr/>
          <a:lstStyle/>
          <a:p>
            <a:fld id="{058DB212-BFA2-403F-85EF-DFD3FF6D973A}" type="slidenum">
              <a:rPr lang="en-US" noProof="0" smtClean="0"/>
              <a:pPr/>
              <a:t>‹#›</a:t>
            </a:fld>
            <a:endParaRPr lang="en-US" noProof="0"/>
          </a:p>
        </p:txBody>
      </p:sp>
      <p:sp>
        <p:nvSpPr>
          <p:cNvPr id="13" name="Title 1">
            <a:extLst>
              <a:ext uri="{FF2B5EF4-FFF2-40B4-BE49-F238E27FC236}">
                <a16:creationId xmlns:a16="http://schemas.microsoft.com/office/drawing/2014/main" id="{C6A78464-8D00-4B94-90C7-90F1B54C8AA0}"/>
              </a:ext>
            </a:extLst>
          </p:cNvPr>
          <p:cNvSpPr>
            <a:spLocks noGrp="1"/>
          </p:cNvSpPr>
          <p:nvPr>
            <p:ph type="ctrTitle"/>
          </p:nvPr>
        </p:nvSpPr>
        <p:spPr>
          <a:xfrm>
            <a:off x="1273834" y="2481141"/>
            <a:ext cx="3759807" cy="1547813"/>
          </a:xfrm>
        </p:spPr>
        <p:txBody>
          <a:bodyPr anchor="b"/>
          <a:lstStyle>
            <a:lvl1pPr algn="l">
              <a:lnSpc>
                <a:spcPts val="4000"/>
              </a:lnSpc>
              <a:defRPr sz="4800" spc="-150">
                <a:solidFill>
                  <a:schemeClr val="bg1"/>
                </a:solidFill>
              </a:defRPr>
            </a:lvl1pPr>
          </a:lstStyle>
          <a:p>
            <a:r>
              <a:rPr lang="en-US" noProof="0"/>
              <a:t>Click to edit Master title style</a:t>
            </a:r>
          </a:p>
        </p:txBody>
      </p:sp>
      <p:sp>
        <p:nvSpPr>
          <p:cNvPr id="14" name="Subtitle 2">
            <a:extLst>
              <a:ext uri="{FF2B5EF4-FFF2-40B4-BE49-F238E27FC236}">
                <a16:creationId xmlns:a16="http://schemas.microsoft.com/office/drawing/2014/main" id="{3CDBDF0B-F377-47FD-9DA1-C3BDA7C1DEDE}"/>
              </a:ext>
            </a:extLst>
          </p:cNvPr>
          <p:cNvSpPr>
            <a:spLocks noGrp="1"/>
          </p:cNvSpPr>
          <p:nvPr>
            <p:ph type="subTitle" idx="1"/>
          </p:nvPr>
        </p:nvSpPr>
        <p:spPr>
          <a:xfrm>
            <a:off x="1273833" y="4220102"/>
            <a:ext cx="3756943" cy="722312"/>
          </a:xfrm>
        </p:spPr>
        <p:txBody>
          <a:bodyPr/>
          <a:lstStyle>
            <a:lvl1pPr marL="0" indent="0" algn="l">
              <a:buNone/>
              <a:defRPr sz="1600" spc="-15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
        <p:nvSpPr>
          <p:cNvPr id="18" name="Graphic 15">
            <a:extLst>
              <a:ext uri="{FF2B5EF4-FFF2-40B4-BE49-F238E27FC236}">
                <a16:creationId xmlns:a16="http://schemas.microsoft.com/office/drawing/2014/main" id="{F50292C9-54F6-4F7B-A885-34CE1E3B0351}"/>
              </a:ext>
            </a:extLst>
          </p:cNvPr>
          <p:cNvSpPr/>
          <p:nvPr/>
        </p:nvSpPr>
        <p:spPr>
          <a:xfrm flipH="1">
            <a:off x="-1428" y="4123811"/>
            <a:ext cx="6027420" cy="2599249"/>
          </a:xfrm>
          <a:custGeom>
            <a:avLst/>
            <a:gdLst>
              <a:gd name="connsiteX0" fmla="*/ 7144 w 6505575"/>
              <a:gd name="connsiteY0" fmla="*/ 2606393 h 2609850"/>
              <a:gd name="connsiteX1" fmla="*/ 881539 w 6505575"/>
              <a:gd name="connsiteY1" fmla="*/ 2062516 h 2609850"/>
              <a:gd name="connsiteX2" fmla="*/ 1477804 w 6505575"/>
              <a:gd name="connsiteY2" fmla="*/ 2056801 h 2609850"/>
              <a:gd name="connsiteX3" fmla="*/ 1569244 w 6505575"/>
              <a:gd name="connsiteY3" fmla="*/ 2112046 h 2609850"/>
              <a:gd name="connsiteX4" fmla="*/ 2539841 w 6505575"/>
              <a:gd name="connsiteY4" fmla="*/ 2084423 h 2609850"/>
              <a:gd name="connsiteX5" fmla="*/ 3238976 w 6505575"/>
              <a:gd name="connsiteY5" fmla="*/ 1611031 h 2609850"/>
              <a:gd name="connsiteX6" fmla="*/ 3642836 w 6505575"/>
              <a:gd name="connsiteY6" fmla="*/ 1590076 h 2609850"/>
              <a:gd name="connsiteX7" fmla="*/ 3963829 w 6505575"/>
              <a:gd name="connsiteY7" fmla="*/ 1762478 h 2609850"/>
              <a:gd name="connsiteX8" fmla="*/ 4862989 w 6505575"/>
              <a:gd name="connsiteY8" fmla="*/ 1455773 h 2609850"/>
              <a:gd name="connsiteX9" fmla="*/ 5106829 w 6505575"/>
              <a:gd name="connsiteY9" fmla="*/ 734731 h 2609850"/>
              <a:gd name="connsiteX10" fmla="*/ 6034564 w 6505575"/>
              <a:gd name="connsiteY10" fmla="*/ 69886 h 2609850"/>
              <a:gd name="connsiteX11" fmla="*/ 6034564 w 6505575"/>
              <a:gd name="connsiteY11" fmla="*/ 69886 h 2609850"/>
              <a:gd name="connsiteX12" fmla="*/ 6507004 w 6505575"/>
              <a:gd name="connsiteY12" fmla="*/ 1395766 h 2609850"/>
              <a:gd name="connsiteX13" fmla="*/ 6507004 w 6505575"/>
              <a:gd name="connsiteY13" fmla="*/ 2605441 h 2609850"/>
              <a:gd name="connsiteX14" fmla="*/ 7144 w 6505575"/>
              <a:gd name="connsiteY14" fmla="*/ 2605441 h 2609850"/>
              <a:gd name="connsiteX0" fmla="*/ 6499860 w 6591300"/>
              <a:gd name="connsiteY0" fmla="*/ 1388622 h 2599249"/>
              <a:gd name="connsiteX1" fmla="*/ 6499860 w 6591300"/>
              <a:gd name="connsiteY1" fmla="*/ 2598297 h 2599249"/>
              <a:gd name="connsiteX2" fmla="*/ 0 w 6591300"/>
              <a:gd name="connsiteY2" fmla="*/ 2598297 h 2599249"/>
              <a:gd name="connsiteX3" fmla="*/ 0 w 6591300"/>
              <a:gd name="connsiteY3" fmla="*/ 2599249 h 2599249"/>
              <a:gd name="connsiteX4" fmla="*/ 874395 w 6591300"/>
              <a:gd name="connsiteY4" fmla="*/ 2055372 h 2599249"/>
              <a:gd name="connsiteX5" fmla="*/ 1470660 w 6591300"/>
              <a:gd name="connsiteY5" fmla="*/ 2049657 h 2599249"/>
              <a:gd name="connsiteX6" fmla="*/ 1562100 w 6591300"/>
              <a:gd name="connsiteY6" fmla="*/ 2104902 h 2599249"/>
              <a:gd name="connsiteX7" fmla="*/ 2532697 w 6591300"/>
              <a:gd name="connsiteY7" fmla="*/ 2077279 h 2599249"/>
              <a:gd name="connsiteX8" fmla="*/ 3231832 w 6591300"/>
              <a:gd name="connsiteY8" fmla="*/ 1603887 h 2599249"/>
              <a:gd name="connsiteX9" fmla="*/ 3635692 w 6591300"/>
              <a:gd name="connsiteY9" fmla="*/ 1582932 h 2599249"/>
              <a:gd name="connsiteX10" fmla="*/ 3956685 w 6591300"/>
              <a:gd name="connsiteY10" fmla="*/ 1755334 h 2599249"/>
              <a:gd name="connsiteX11" fmla="*/ 4855845 w 6591300"/>
              <a:gd name="connsiteY11" fmla="*/ 1448629 h 2599249"/>
              <a:gd name="connsiteX12" fmla="*/ 5099685 w 6591300"/>
              <a:gd name="connsiteY12" fmla="*/ 727587 h 2599249"/>
              <a:gd name="connsiteX13" fmla="*/ 6027420 w 6591300"/>
              <a:gd name="connsiteY13" fmla="*/ 62742 h 2599249"/>
              <a:gd name="connsiteX14" fmla="*/ 6027420 w 6591300"/>
              <a:gd name="connsiteY14" fmla="*/ 62742 h 2599249"/>
              <a:gd name="connsiteX15" fmla="*/ 6591300 w 6591300"/>
              <a:gd name="connsiteY15" fmla="*/ 1480062 h 2599249"/>
              <a:gd name="connsiteX0" fmla="*/ 6499860 w 6591300"/>
              <a:gd name="connsiteY0" fmla="*/ 2598297 h 2599249"/>
              <a:gd name="connsiteX1" fmla="*/ 0 w 6591300"/>
              <a:gd name="connsiteY1" fmla="*/ 2598297 h 2599249"/>
              <a:gd name="connsiteX2" fmla="*/ 0 w 6591300"/>
              <a:gd name="connsiteY2" fmla="*/ 2599249 h 2599249"/>
              <a:gd name="connsiteX3" fmla="*/ 874395 w 6591300"/>
              <a:gd name="connsiteY3" fmla="*/ 2055372 h 2599249"/>
              <a:gd name="connsiteX4" fmla="*/ 1470660 w 6591300"/>
              <a:gd name="connsiteY4" fmla="*/ 2049657 h 2599249"/>
              <a:gd name="connsiteX5" fmla="*/ 1562100 w 6591300"/>
              <a:gd name="connsiteY5" fmla="*/ 2104902 h 2599249"/>
              <a:gd name="connsiteX6" fmla="*/ 2532697 w 6591300"/>
              <a:gd name="connsiteY6" fmla="*/ 2077279 h 2599249"/>
              <a:gd name="connsiteX7" fmla="*/ 3231832 w 6591300"/>
              <a:gd name="connsiteY7" fmla="*/ 1603887 h 2599249"/>
              <a:gd name="connsiteX8" fmla="*/ 3635692 w 6591300"/>
              <a:gd name="connsiteY8" fmla="*/ 1582932 h 2599249"/>
              <a:gd name="connsiteX9" fmla="*/ 3956685 w 6591300"/>
              <a:gd name="connsiteY9" fmla="*/ 1755334 h 2599249"/>
              <a:gd name="connsiteX10" fmla="*/ 4855845 w 6591300"/>
              <a:gd name="connsiteY10" fmla="*/ 1448629 h 2599249"/>
              <a:gd name="connsiteX11" fmla="*/ 5099685 w 6591300"/>
              <a:gd name="connsiteY11" fmla="*/ 727587 h 2599249"/>
              <a:gd name="connsiteX12" fmla="*/ 6027420 w 6591300"/>
              <a:gd name="connsiteY12" fmla="*/ 62742 h 2599249"/>
              <a:gd name="connsiteX13" fmla="*/ 6027420 w 6591300"/>
              <a:gd name="connsiteY13" fmla="*/ 62742 h 2599249"/>
              <a:gd name="connsiteX14" fmla="*/ 6591300 w 6591300"/>
              <a:gd name="connsiteY14" fmla="*/ 1480062 h 2599249"/>
              <a:gd name="connsiteX0" fmla="*/ 0 w 6591300"/>
              <a:gd name="connsiteY0" fmla="*/ 2598297 h 2599249"/>
              <a:gd name="connsiteX1" fmla="*/ 0 w 6591300"/>
              <a:gd name="connsiteY1" fmla="*/ 2599249 h 2599249"/>
              <a:gd name="connsiteX2" fmla="*/ 874395 w 6591300"/>
              <a:gd name="connsiteY2" fmla="*/ 2055372 h 2599249"/>
              <a:gd name="connsiteX3" fmla="*/ 1470660 w 6591300"/>
              <a:gd name="connsiteY3" fmla="*/ 2049657 h 2599249"/>
              <a:gd name="connsiteX4" fmla="*/ 1562100 w 6591300"/>
              <a:gd name="connsiteY4" fmla="*/ 2104902 h 2599249"/>
              <a:gd name="connsiteX5" fmla="*/ 2532697 w 6591300"/>
              <a:gd name="connsiteY5" fmla="*/ 2077279 h 2599249"/>
              <a:gd name="connsiteX6" fmla="*/ 3231832 w 6591300"/>
              <a:gd name="connsiteY6" fmla="*/ 1603887 h 2599249"/>
              <a:gd name="connsiteX7" fmla="*/ 3635692 w 6591300"/>
              <a:gd name="connsiteY7" fmla="*/ 1582932 h 2599249"/>
              <a:gd name="connsiteX8" fmla="*/ 3956685 w 6591300"/>
              <a:gd name="connsiteY8" fmla="*/ 1755334 h 2599249"/>
              <a:gd name="connsiteX9" fmla="*/ 4855845 w 6591300"/>
              <a:gd name="connsiteY9" fmla="*/ 1448629 h 2599249"/>
              <a:gd name="connsiteX10" fmla="*/ 5099685 w 6591300"/>
              <a:gd name="connsiteY10" fmla="*/ 727587 h 2599249"/>
              <a:gd name="connsiteX11" fmla="*/ 6027420 w 6591300"/>
              <a:gd name="connsiteY11" fmla="*/ 62742 h 2599249"/>
              <a:gd name="connsiteX12" fmla="*/ 6027420 w 6591300"/>
              <a:gd name="connsiteY12" fmla="*/ 62742 h 2599249"/>
              <a:gd name="connsiteX13" fmla="*/ 6591300 w 6591300"/>
              <a:gd name="connsiteY13" fmla="*/ 1480062 h 2599249"/>
              <a:gd name="connsiteX0" fmla="*/ 0 w 6027420"/>
              <a:gd name="connsiteY0" fmla="*/ 2598297 h 2599249"/>
              <a:gd name="connsiteX1" fmla="*/ 0 w 6027420"/>
              <a:gd name="connsiteY1" fmla="*/ 2599249 h 2599249"/>
              <a:gd name="connsiteX2" fmla="*/ 874395 w 6027420"/>
              <a:gd name="connsiteY2" fmla="*/ 2055372 h 2599249"/>
              <a:gd name="connsiteX3" fmla="*/ 1470660 w 6027420"/>
              <a:gd name="connsiteY3" fmla="*/ 2049657 h 2599249"/>
              <a:gd name="connsiteX4" fmla="*/ 1562100 w 6027420"/>
              <a:gd name="connsiteY4" fmla="*/ 2104902 h 2599249"/>
              <a:gd name="connsiteX5" fmla="*/ 2532697 w 6027420"/>
              <a:gd name="connsiteY5" fmla="*/ 2077279 h 2599249"/>
              <a:gd name="connsiteX6" fmla="*/ 3231832 w 6027420"/>
              <a:gd name="connsiteY6" fmla="*/ 1603887 h 2599249"/>
              <a:gd name="connsiteX7" fmla="*/ 3635692 w 6027420"/>
              <a:gd name="connsiteY7" fmla="*/ 1582932 h 2599249"/>
              <a:gd name="connsiteX8" fmla="*/ 3956685 w 6027420"/>
              <a:gd name="connsiteY8" fmla="*/ 1755334 h 2599249"/>
              <a:gd name="connsiteX9" fmla="*/ 4855845 w 6027420"/>
              <a:gd name="connsiteY9" fmla="*/ 1448629 h 2599249"/>
              <a:gd name="connsiteX10" fmla="*/ 5099685 w 6027420"/>
              <a:gd name="connsiteY10" fmla="*/ 727587 h 2599249"/>
              <a:gd name="connsiteX11" fmla="*/ 6027420 w 6027420"/>
              <a:gd name="connsiteY11" fmla="*/ 62742 h 2599249"/>
              <a:gd name="connsiteX12" fmla="*/ 6027420 w 6027420"/>
              <a:gd name="connsiteY12" fmla="*/ 62742 h 2599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027420" h="2599249">
                <a:moveTo>
                  <a:pt x="0" y="2598297"/>
                </a:moveTo>
                <a:lnTo>
                  <a:pt x="0" y="2599249"/>
                </a:lnTo>
                <a:lnTo>
                  <a:pt x="874395" y="2055372"/>
                </a:lnTo>
                <a:cubicBezTo>
                  <a:pt x="1056322" y="1942024"/>
                  <a:pt x="1286827" y="1940119"/>
                  <a:pt x="1470660" y="2049657"/>
                </a:cubicBezTo>
                <a:lnTo>
                  <a:pt x="1562100" y="2104902"/>
                </a:lnTo>
                <a:cubicBezTo>
                  <a:pt x="1863090" y="2284924"/>
                  <a:pt x="2241232" y="2273494"/>
                  <a:pt x="2532697" y="2077279"/>
                </a:cubicBezTo>
                <a:lnTo>
                  <a:pt x="3231832" y="1603887"/>
                </a:lnTo>
                <a:cubicBezTo>
                  <a:pt x="3351847" y="1521972"/>
                  <a:pt x="3508057" y="1514352"/>
                  <a:pt x="3635692" y="1582932"/>
                </a:cubicBezTo>
                <a:lnTo>
                  <a:pt x="3956685" y="1755334"/>
                </a:lnTo>
                <a:cubicBezTo>
                  <a:pt x="4288155" y="1933452"/>
                  <a:pt x="4701540" y="1792482"/>
                  <a:pt x="4855845" y="1448629"/>
                </a:cubicBezTo>
                <a:lnTo>
                  <a:pt x="5099685" y="727587"/>
                </a:lnTo>
                <a:cubicBezTo>
                  <a:pt x="5228273" y="156087"/>
                  <a:pt x="5863590" y="-137283"/>
                  <a:pt x="6027420" y="62742"/>
                </a:cubicBezTo>
                <a:lnTo>
                  <a:pt x="6027420" y="62742"/>
                </a:lnTo>
              </a:path>
            </a:pathLst>
          </a:custGeom>
          <a:noFill/>
          <a:ln w="9525" cap="flat">
            <a:solidFill>
              <a:schemeClr val="bg1"/>
            </a:solidFill>
            <a:prstDash val="dash"/>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noProof="0"/>
          </a:p>
        </p:txBody>
      </p:sp>
    </p:spTree>
    <p:extLst>
      <p:ext uri="{BB962C8B-B14F-4D97-AF65-F5344CB8AC3E}">
        <p14:creationId xmlns:p14="http://schemas.microsoft.com/office/powerpoint/2010/main" val="21202362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ext Layou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BF7CBC-CC93-4AB3-9D46-61075505816B}"/>
              </a:ext>
            </a:extLst>
          </p:cNvPr>
          <p:cNvSpPr>
            <a:spLocks noGrp="1"/>
          </p:cNvSpPr>
          <p:nvPr>
            <p:ph type="title"/>
          </p:nvPr>
        </p:nvSpPr>
        <p:spPr>
          <a:xfrm>
            <a:off x="360000" y="360000"/>
            <a:ext cx="6993300" cy="540000"/>
          </a:xfrm>
        </p:spPr>
        <p:txBody>
          <a:bodyPr/>
          <a:lstStyle/>
          <a:p>
            <a:r>
              <a:rPr lang="en-US" noProof="0"/>
              <a:t>Click to edit Master title style</a:t>
            </a:r>
          </a:p>
        </p:txBody>
      </p:sp>
      <p:sp>
        <p:nvSpPr>
          <p:cNvPr id="16" name="Subtitle">
            <a:extLst>
              <a:ext uri="{FF2B5EF4-FFF2-40B4-BE49-F238E27FC236}">
                <a16:creationId xmlns:a16="http://schemas.microsoft.com/office/drawing/2014/main" id="{152317FE-88B5-4D1F-AECF-DA69D6779BEA}"/>
              </a:ext>
            </a:extLst>
          </p:cNvPr>
          <p:cNvSpPr>
            <a:spLocks noGrp="1"/>
          </p:cNvSpPr>
          <p:nvPr>
            <p:ph type="body" sz="quarter" idx="12" hasCustomPrompt="1"/>
          </p:nvPr>
        </p:nvSpPr>
        <p:spPr>
          <a:xfrm>
            <a:off x="360363" y="1080000"/>
            <a:ext cx="6992937" cy="360362"/>
          </a:xfrm>
        </p:spPr>
        <p:txBody>
          <a:bodyPr/>
          <a:lstStyle>
            <a:lvl1pPr marL="0" indent="0">
              <a:buNone/>
              <a:defRPr sz="2100"/>
            </a:lvl1pPr>
          </a:lstStyle>
          <a:p>
            <a:pPr lvl="0"/>
            <a:r>
              <a:rPr lang="en-US" noProof="0"/>
              <a:t>Subtitle</a:t>
            </a:r>
          </a:p>
        </p:txBody>
      </p:sp>
      <p:sp>
        <p:nvSpPr>
          <p:cNvPr id="3" name="Left Col">
            <a:extLst>
              <a:ext uri="{FF2B5EF4-FFF2-40B4-BE49-F238E27FC236}">
                <a16:creationId xmlns:a16="http://schemas.microsoft.com/office/drawing/2014/main" id="{49529B8D-BAD9-4E6D-82F7-0275D8195AA9}"/>
              </a:ext>
            </a:extLst>
          </p:cNvPr>
          <p:cNvSpPr>
            <a:spLocks noGrp="1"/>
          </p:cNvSpPr>
          <p:nvPr>
            <p:ph sz="half" idx="1"/>
          </p:nvPr>
        </p:nvSpPr>
        <p:spPr>
          <a:xfrm>
            <a:off x="360000" y="1620000"/>
            <a:ext cx="6992936" cy="4500000"/>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Picture Placeholder 5">
            <a:extLst>
              <a:ext uri="{FF2B5EF4-FFF2-40B4-BE49-F238E27FC236}">
                <a16:creationId xmlns:a16="http://schemas.microsoft.com/office/drawing/2014/main" id="{3B63572F-04A5-456D-9066-1A65AFF5E685}"/>
              </a:ext>
            </a:extLst>
          </p:cNvPr>
          <p:cNvSpPr>
            <a:spLocks noGrp="1"/>
          </p:cNvSpPr>
          <p:nvPr>
            <p:ph type="pic" sz="quarter" idx="13" hasCustomPrompt="1"/>
          </p:nvPr>
        </p:nvSpPr>
        <p:spPr>
          <a:xfrm>
            <a:off x="7804150" y="1"/>
            <a:ext cx="4387850" cy="6679488"/>
          </a:xfrm>
          <a:solidFill>
            <a:schemeClr val="bg1">
              <a:lumMod val="95000"/>
            </a:schemeClr>
          </a:solidFill>
        </p:spPr>
        <p:txBody>
          <a:bodyPr anchor="ctr"/>
          <a:lstStyle>
            <a:lvl1pPr marL="0" indent="0" algn="ctr">
              <a:buNone/>
              <a:defRPr sz="1600" i="1">
                <a:latin typeface="Times New Roman" panose="02020603050405020304" pitchFamily="18" charset="0"/>
                <a:cs typeface="Times New Roman" panose="02020603050405020304" pitchFamily="18" charset="0"/>
              </a:defRPr>
            </a:lvl1pPr>
          </a:lstStyle>
          <a:p>
            <a:r>
              <a:rPr lang="en-US" noProof="0"/>
              <a:t>Insert or Drag and Drop your Image</a:t>
            </a:r>
          </a:p>
        </p:txBody>
      </p:sp>
      <p:sp>
        <p:nvSpPr>
          <p:cNvPr id="4" name="Footer Placeholder 3">
            <a:extLst>
              <a:ext uri="{FF2B5EF4-FFF2-40B4-BE49-F238E27FC236}">
                <a16:creationId xmlns:a16="http://schemas.microsoft.com/office/drawing/2014/main" id="{BC263EBA-2C46-40FB-9D48-819ED0C8994F}"/>
              </a:ext>
            </a:extLst>
          </p:cNvPr>
          <p:cNvSpPr>
            <a:spLocks noGrp="1"/>
          </p:cNvSpPr>
          <p:nvPr>
            <p:ph type="ftr" sz="quarter" idx="14"/>
          </p:nvPr>
        </p:nvSpPr>
        <p:spPr/>
        <p:txBody>
          <a:bodyPr/>
          <a:lstStyle/>
          <a:p>
            <a:r>
              <a:rPr lang="en-US" noProof="0"/>
              <a:t>Add a footer</a:t>
            </a:r>
          </a:p>
        </p:txBody>
      </p:sp>
      <p:sp>
        <p:nvSpPr>
          <p:cNvPr id="5" name="Slide Number Placeholder 4">
            <a:extLst>
              <a:ext uri="{FF2B5EF4-FFF2-40B4-BE49-F238E27FC236}">
                <a16:creationId xmlns:a16="http://schemas.microsoft.com/office/drawing/2014/main" id="{719230BC-20AB-4DD9-AF5C-47BA72E56986}"/>
              </a:ext>
            </a:extLst>
          </p:cNvPr>
          <p:cNvSpPr>
            <a:spLocks noGrp="1"/>
          </p:cNvSpPr>
          <p:nvPr>
            <p:ph type="sldNum" sz="quarter" idx="15"/>
          </p:nvPr>
        </p:nvSpPr>
        <p:spPr/>
        <p:txBody>
          <a:bodyPr/>
          <a:lstStyle/>
          <a:p>
            <a:fld id="{058DB212-BFA2-403F-85EF-DFD3FF6D973A}" type="slidenum">
              <a:rPr lang="en-US" noProof="0" smtClean="0"/>
              <a:pPr/>
              <a:t>‹#›</a:t>
            </a:fld>
            <a:endParaRPr lang="en-US" noProof="0"/>
          </a:p>
        </p:txBody>
      </p:sp>
    </p:spTree>
    <p:extLst>
      <p:ext uri="{BB962C8B-B14F-4D97-AF65-F5344CB8AC3E}">
        <p14:creationId xmlns:p14="http://schemas.microsoft.com/office/powerpoint/2010/main" val="16428578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ext Layout 2">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95A87C21-15CD-48D8-B583-89B110156879}"/>
              </a:ext>
            </a:extLst>
          </p:cNvPr>
          <p:cNvSpPr/>
          <p:nvPr userDrawn="1"/>
        </p:nvSpPr>
        <p:spPr>
          <a:xfrm>
            <a:off x="7804351" y="0"/>
            <a:ext cx="4386221" cy="6677022"/>
          </a:xfrm>
          <a:prstGeom prst="rect">
            <a:avLst/>
          </a:prstGeom>
          <a:solidFill>
            <a:schemeClr val="bg1">
              <a:lumMod val="9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itle 1">
            <a:extLst>
              <a:ext uri="{FF2B5EF4-FFF2-40B4-BE49-F238E27FC236}">
                <a16:creationId xmlns:a16="http://schemas.microsoft.com/office/drawing/2014/main" id="{1DBF7CBC-CC93-4AB3-9D46-61075505816B}"/>
              </a:ext>
            </a:extLst>
          </p:cNvPr>
          <p:cNvSpPr>
            <a:spLocks noGrp="1"/>
          </p:cNvSpPr>
          <p:nvPr>
            <p:ph type="title"/>
          </p:nvPr>
        </p:nvSpPr>
        <p:spPr>
          <a:xfrm>
            <a:off x="360000" y="360000"/>
            <a:ext cx="6993300" cy="540000"/>
          </a:xfrm>
        </p:spPr>
        <p:txBody>
          <a:bodyPr/>
          <a:lstStyle/>
          <a:p>
            <a:r>
              <a:rPr lang="en-US" noProof="0"/>
              <a:t>Click to edit Master title style</a:t>
            </a:r>
          </a:p>
        </p:txBody>
      </p:sp>
      <p:sp>
        <p:nvSpPr>
          <p:cNvPr id="16" name="Subtitle">
            <a:extLst>
              <a:ext uri="{FF2B5EF4-FFF2-40B4-BE49-F238E27FC236}">
                <a16:creationId xmlns:a16="http://schemas.microsoft.com/office/drawing/2014/main" id="{152317FE-88B5-4D1F-AECF-DA69D6779BEA}"/>
              </a:ext>
            </a:extLst>
          </p:cNvPr>
          <p:cNvSpPr>
            <a:spLocks noGrp="1"/>
          </p:cNvSpPr>
          <p:nvPr>
            <p:ph type="body" sz="quarter" idx="12" hasCustomPrompt="1"/>
          </p:nvPr>
        </p:nvSpPr>
        <p:spPr>
          <a:xfrm>
            <a:off x="360363" y="1080000"/>
            <a:ext cx="6992937" cy="360362"/>
          </a:xfrm>
        </p:spPr>
        <p:txBody>
          <a:bodyPr/>
          <a:lstStyle>
            <a:lvl1pPr marL="0" indent="0">
              <a:buNone/>
              <a:defRPr sz="2100"/>
            </a:lvl1pPr>
          </a:lstStyle>
          <a:p>
            <a:pPr lvl="0"/>
            <a:r>
              <a:rPr lang="en-US" noProof="0"/>
              <a:t>Subtitle</a:t>
            </a:r>
          </a:p>
        </p:txBody>
      </p:sp>
      <p:sp>
        <p:nvSpPr>
          <p:cNvPr id="3" name="Left Col">
            <a:extLst>
              <a:ext uri="{FF2B5EF4-FFF2-40B4-BE49-F238E27FC236}">
                <a16:creationId xmlns:a16="http://schemas.microsoft.com/office/drawing/2014/main" id="{49529B8D-BAD9-4E6D-82F7-0275D8195AA9}"/>
              </a:ext>
            </a:extLst>
          </p:cNvPr>
          <p:cNvSpPr>
            <a:spLocks noGrp="1"/>
          </p:cNvSpPr>
          <p:nvPr>
            <p:ph sz="half" idx="1"/>
          </p:nvPr>
        </p:nvSpPr>
        <p:spPr>
          <a:xfrm>
            <a:off x="360000" y="1620000"/>
            <a:ext cx="6992936" cy="4500000"/>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Picture Placeholder 5">
            <a:extLst>
              <a:ext uri="{FF2B5EF4-FFF2-40B4-BE49-F238E27FC236}">
                <a16:creationId xmlns:a16="http://schemas.microsoft.com/office/drawing/2014/main" id="{3B63572F-04A5-456D-9066-1A65AFF5E685}"/>
              </a:ext>
            </a:extLst>
          </p:cNvPr>
          <p:cNvSpPr>
            <a:spLocks noGrp="1"/>
          </p:cNvSpPr>
          <p:nvPr>
            <p:ph type="pic" sz="quarter" idx="13" hasCustomPrompt="1"/>
          </p:nvPr>
        </p:nvSpPr>
        <p:spPr>
          <a:xfrm>
            <a:off x="8127752" y="4320000"/>
            <a:ext cx="1800000" cy="1800000"/>
          </a:xfrm>
          <a:solidFill>
            <a:schemeClr val="bg1"/>
          </a:solidFill>
        </p:spPr>
        <p:txBody>
          <a:bodyPr anchor="ctr"/>
          <a:lstStyle>
            <a:lvl1pPr marL="0" indent="0" algn="ctr">
              <a:buNone/>
              <a:defRPr sz="1600" i="1">
                <a:latin typeface="Times New Roman" panose="02020603050405020304" pitchFamily="18" charset="0"/>
                <a:cs typeface="Times New Roman" panose="02020603050405020304" pitchFamily="18" charset="0"/>
              </a:defRPr>
            </a:lvl1pPr>
          </a:lstStyle>
          <a:p>
            <a:r>
              <a:rPr lang="en-US" noProof="0"/>
              <a:t>Insert or Drag and Drop your Image</a:t>
            </a:r>
          </a:p>
        </p:txBody>
      </p:sp>
      <p:sp>
        <p:nvSpPr>
          <p:cNvPr id="4" name="Footer Placeholder 3">
            <a:extLst>
              <a:ext uri="{FF2B5EF4-FFF2-40B4-BE49-F238E27FC236}">
                <a16:creationId xmlns:a16="http://schemas.microsoft.com/office/drawing/2014/main" id="{BC263EBA-2C46-40FB-9D48-819ED0C8994F}"/>
              </a:ext>
            </a:extLst>
          </p:cNvPr>
          <p:cNvSpPr>
            <a:spLocks noGrp="1"/>
          </p:cNvSpPr>
          <p:nvPr>
            <p:ph type="ftr" sz="quarter" idx="14"/>
          </p:nvPr>
        </p:nvSpPr>
        <p:spPr/>
        <p:txBody>
          <a:bodyPr/>
          <a:lstStyle/>
          <a:p>
            <a:r>
              <a:rPr lang="en-US" noProof="0"/>
              <a:t>Add a footer</a:t>
            </a:r>
          </a:p>
        </p:txBody>
      </p:sp>
      <p:sp>
        <p:nvSpPr>
          <p:cNvPr id="5" name="Slide Number Placeholder 4">
            <a:extLst>
              <a:ext uri="{FF2B5EF4-FFF2-40B4-BE49-F238E27FC236}">
                <a16:creationId xmlns:a16="http://schemas.microsoft.com/office/drawing/2014/main" id="{719230BC-20AB-4DD9-AF5C-47BA72E56986}"/>
              </a:ext>
            </a:extLst>
          </p:cNvPr>
          <p:cNvSpPr>
            <a:spLocks noGrp="1"/>
          </p:cNvSpPr>
          <p:nvPr>
            <p:ph type="sldNum" sz="quarter" idx="15"/>
          </p:nvPr>
        </p:nvSpPr>
        <p:spPr/>
        <p:txBody>
          <a:bodyPr/>
          <a:lstStyle/>
          <a:p>
            <a:fld id="{058DB212-BFA2-403F-85EF-DFD3FF6D973A}" type="slidenum">
              <a:rPr lang="en-US" noProof="0" smtClean="0"/>
              <a:pPr/>
              <a:t>‹#›</a:t>
            </a:fld>
            <a:endParaRPr lang="en-US" noProof="0"/>
          </a:p>
        </p:txBody>
      </p:sp>
      <p:sp>
        <p:nvSpPr>
          <p:cNvPr id="8" name="Picture Placeholder 5">
            <a:extLst>
              <a:ext uri="{FF2B5EF4-FFF2-40B4-BE49-F238E27FC236}">
                <a16:creationId xmlns:a16="http://schemas.microsoft.com/office/drawing/2014/main" id="{5092E684-C621-4F92-A05A-A167EEF46270}"/>
              </a:ext>
            </a:extLst>
          </p:cNvPr>
          <p:cNvSpPr>
            <a:spLocks noGrp="1"/>
          </p:cNvSpPr>
          <p:nvPr>
            <p:ph type="pic" sz="quarter" idx="16" hasCustomPrompt="1"/>
          </p:nvPr>
        </p:nvSpPr>
        <p:spPr>
          <a:xfrm>
            <a:off x="10057037" y="4320000"/>
            <a:ext cx="1800000" cy="1800000"/>
          </a:xfrm>
          <a:solidFill>
            <a:schemeClr val="bg1">
              <a:lumMod val="95000"/>
            </a:schemeClr>
          </a:solidFill>
        </p:spPr>
        <p:txBody>
          <a:bodyPr anchor="ctr"/>
          <a:lstStyle>
            <a:lvl1pPr marL="0" indent="0" algn="ctr">
              <a:buNone/>
              <a:defRPr sz="1600" i="1">
                <a:latin typeface="Times New Roman" panose="02020603050405020304" pitchFamily="18" charset="0"/>
                <a:cs typeface="Times New Roman" panose="02020603050405020304" pitchFamily="18" charset="0"/>
              </a:defRPr>
            </a:lvl1pPr>
          </a:lstStyle>
          <a:p>
            <a:r>
              <a:rPr lang="en-US" noProof="0"/>
              <a:t>Insert or Drag and Drop your Image</a:t>
            </a:r>
          </a:p>
        </p:txBody>
      </p:sp>
      <p:sp>
        <p:nvSpPr>
          <p:cNvPr id="9" name="Picture Placeholder 5">
            <a:extLst>
              <a:ext uri="{FF2B5EF4-FFF2-40B4-BE49-F238E27FC236}">
                <a16:creationId xmlns:a16="http://schemas.microsoft.com/office/drawing/2014/main" id="{6958D132-F2A9-41E1-BDD8-067D52CE5FEB}"/>
              </a:ext>
            </a:extLst>
          </p:cNvPr>
          <p:cNvSpPr>
            <a:spLocks noGrp="1"/>
          </p:cNvSpPr>
          <p:nvPr>
            <p:ph type="pic" sz="quarter" idx="17" hasCustomPrompt="1"/>
          </p:nvPr>
        </p:nvSpPr>
        <p:spPr>
          <a:xfrm>
            <a:off x="8127752" y="2395565"/>
            <a:ext cx="1800000" cy="1800000"/>
          </a:xfrm>
          <a:solidFill>
            <a:schemeClr val="bg1"/>
          </a:solidFill>
        </p:spPr>
        <p:txBody>
          <a:bodyPr anchor="ctr"/>
          <a:lstStyle>
            <a:lvl1pPr marL="0" indent="0" algn="ctr">
              <a:buNone/>
              <a:defRPr sz="1600" i="1">
                <a:latin typeface="Times New Roman" panose="02020603050405020304" pitchFamily="18" charset="0"/>
                <a:cs typeface="Times New Roman" panose="02020603050405020304" pitchFamily="18" charset="0"/>
              </a:defRPr>
            </a:lvl1pPr>
          </a:lstStyle>
          <a:p>
            <a:r>
              <a:rPr lang="en-US" noProof="0"/>
              <a:t>Insert or Drag and Drop your Image</a:t>
            </a:r>
          </a:p>
        </p:txBody>
      </p:sp>
      <p:sp>
        <p:nvSpPr>
          <p:cNvPr id="10" name="Picture Placeholder 5">
            <a:extLst>
              <a:ext uri="{FF2B5EF4-FFF2-40B4-BE49-F238E27FC236}">
                <a16:creationId xmlns:a16="http://schemas.microsoft.com/office/drawing/2014/main" id="{B88FD4DB-5089-4686-B4F7-A26163146C9A}"/>
              </a:ext>
            </a:extLst>
          </p:cNvPr>
          <p:cNvSpPr>
            <a:spLocks noGrp="1"/>
          </p:cNvSpPr>
          <p:nvPr>
            <p:ph type="pic" sz="quarter" idx="18" hasCustomPrompt="1"/>
          </p:nvPr>
        </p:nvSpPr>
        <p:spPr>
          <a:xfrm>
            <a:off x="10057037" y="2395565"/>
            <a:ext cx="1800000" cy="1800000"/>
          </a:xfrm>
          <a:solidFill>
            <a:schemeClr val="tx1">
              <a:lumMod val="75000"/>
              <a:lumOff val="25000"/>
            </a:schemeClr>
          </a:solidFill>
        </p:spPr>
        <p:txBody>
          <a:bodyPr anchor="ctr"/>
          <a:lstStyle>
            <a:lvl1pPr marL="0" indent="0" algn="ctr">
              <a:buNone/>
              <a:defRPr sz="1600" i="1">
                <a:solidFill>
                  <a:schemeClr val="bg1"/>
                </a:solidFill>
                <a:latin typeface="Times New Roman" panose="02020603050405020304" pitchFamily="18" charset="0"/>
                <a:cs typeface="Times New Roman" panose="02020603050405020304" pitchFamily="18" charset="0"/>
              </a:defRPr>
            </a:lvl1pPr>
          </a:lstStyle>
          <a:p>
            <a:r>
              <a:rPr lang="en-US" noProof="0"/>
              <a:t>Insert or Drag and Drop your Image</a:t>
            </a:r>
          </a:p>
        </p:txBody>
      </p:sp>
      <p:sp>
        <p:nvSpPr>
          <p:cNvPr id="11" name="Picture Placeholder 5">
            <a:extLst>
              <a:ext uri="{FF2B5EF4-FFF2-40B4-BE49-F238E27FC236}">
                <a16:creationId xmlns:a16="http://schemas.microsoft.com/office/drawing/2014/main" id="{324023AF-AB97-4B60-86FA-5DC8DA1B5C49}"/>
              </a:ext>
            </a:extLst>
          </p:cNvPr>
          <p:cNvSpPr>
            <a:spLocks noGrp="1"/>
          </p:cNvSpPr>
          <p:nvPr>
            <p:ph type="pic" sz="quarter" idx="19" hasCustomPrompt="1"/>
          </p:nvPr>
        </p:nvSpPr>
        <p:spPr>
          <a:xfrm>
            <a:off x="8127752" y="471129"/>
            <a:ext cx="1800000" cy="1800000"/>
          </a:xfrm>
          <a:solidFill>
            <a:schemeClr val="accent1"/>
          </a:solidFill>
        </p:spPr>
        <p:txBody>
          <a:bodyPr anchor="ctr"/>
          <a:lstStyle>
            <a:lvl1pPr marL="0" indent="0" algn="ctr">
              <a:buNone/>
              <a:defRPr sz="1600" i="1">
                <a:latin typeface="Times New Roman" panose="02020603050405020304" pitchFamily="18" charset="0"/>
                <a:cs typeface="Times New Roman" panose="02020603050405020304" pitchFamily="18" charset="0"/>
              </a:defRPr>
            </a:lvl1pPr>
          </a:lstStyle>
          <a:p>
            <a:r>
              <a:rPr lang="en-US" noProof="0"/>
              <a:t>Insert or Drag and Drop your Image</a:t>
            </a:r>
          </a:p>
        </p:txBody>
      </p:sp>
      <p:sp>
        <p:nvSpPr>
          <p:cNvPr id="12" name="Picture Placeholder 5">
            <a:extLst>
              <a:ext uri="{FF2B5EF4-FFF2-40B4-BE49-F238E27FC236}">
                <a16:creationId xmlns:a16="http://schemas.microsoft.com/office/drawing/2014/main" id="{8210F231-568A-4348-B33F-9EBB4A5CF9EB}"/>
              </a:ext>
            </a:extLst>
          </p:cNvPr>
          <p:cNvSpPr>
            <a:spLocks noGrp="1"/>
          </p:cNvSpPr>
          <p:nvPr>
            <p:ph type="pic" sz="quarter" idx="20" hasCustomPrompt="1"/>
          </p:nvPr>
        </p:nvSpPr>
        <p:spPr>
          <a:xfrm>
            <a:off x="10057037" y="471129"/>
            <a:ext cx="1800000" cy="1800000"/>
          </a:xfrm>
          <a:solidFill>
            <a:schemeClr val="bg1">
              <a:lumMod val="95000"/>
            </a:schemeClr>
          </a:solidFill>
        </p:spPr>
        <p:txBody>
          <a:bodyPr anchor="ctr"/>
          <a:lstStyle>
            <a:lvl1pPr marL="0" indent="0" algn="ctr">
              <a:buNone/>
              <a:defRPr sz="1600" i="1">
                <a:latin typeface="Times New Roman" panose="02020603050405020304" pitchFamily="18" charset="0"/>
                <a:cs typeface="Times New Roman" panose="02020603050405020304" pitchFamily="18" charset="0"/>
              </a:defRPr>
            </a:lvl1pPr>
          </a:lstStyle>
          <a:p>
            <a:r>
              <a:rPr lang="en-US" noProof="0"/>
              <a:t>Insert or Drag and Drop your Image</a:t>
            </a:r>
          </a:p>
        </p:txBody>
      </p:sp>
    </p:spTree>
    <p:extLst>
      <p:ext uri="{BB962C8B-B14F-4D97-AF65-F5344CB8AC3E}">
        <p14:creationId xmlns:p14="http://schemas.microsoft.com/office/powerpoint/2010/main" val="24451143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BF7CBC-CC93-4AB3-9D46-61075505816B}"/>
              </a:ext>
            </a:extLst>
          </p:cNvPr>
          <p:cNvSpPr>
            <a:spLocks noGrp="1"/>
          </p:cNvSpPr>
          <p:nvPr>
            <p:ph type="title"/>
          </p:nvPr>
        </p:nvSpPr>
        <p:spPr>
          <a:xfrm>
            <a:off x="360000" y="360000"/>
            <a:ext cx="11473200" cy="540000"/>
          </a:xfrm>
        </p:spPr>
        <p:txBody>
          <a:bodyPr/>
          <a:lstStyle/>
          <a:p>
            <a:r>
              <a:rPr lang="en-US" noProof="0"/>
              <a:t>Click to edit Master title style</a:t>
            </a:r>
          </a:p>
        </p:txBody>
      </p:sp>
      <p:sp>
        <p:nvSpPr>
          <p:cNvPr id="3" name="Left Col">
            <a:extLst>
              <a:ext uri="{FF2B5EF4-FFF2-40B4-BE49-F238E27FC236}">
                <a16:creationId xmlns:a16="http://schemas.microsoft.com/office/drawing/2014/main" id="{49529B8D-BAD9-4E6D-82F7-0275D8195AA9}"/>
              </a:ext>
            </a:extLst>
          </p:cNvPr>
          <p:cNvSpPr>
            <a:spLocks noGrp="1"/>
          </p:cNvSpPr>
          <p:nvPr>
            <p:ph sz="half" idx="1"/>
          </p:nvPr>
        </p:nvSpPr>
        <p:spPr>
          <a:xfrm>
            <a:off x="360000" y="1980000"/>
            <a:ext cx="5580000" cy="4140000"/>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Left Header">
            <a:extLst>
              <a:ext uri="{FF2B5EF4-FFF2-40B4-BE49-F238E27FC236}">
                <a16:creationId xmlns:a16="http://schemas.microsoft.com/office/drawing/2014/main" id="{2241B0A0-0033-49FF-89B8-142165C8E93C}"/>
              </a:ext>
            </a:extLst>
          </p:cNvPr>
          <p:cNvSpPr>
            <a:spLocks noGrp="1"/>
          </p:cNvSpPr>
          <p:nvPr>
            <p:ph type="body" sz="quarter" idx="12" hasCustomPrompt="1"/>
          </p:nvPr>
        </p:nvSpPr>
        <p:spPr>
          <a:xfrm>
            <a:off x="360000" y="1620000"/>
            <a:ext cx="5580000" cy="360000"/>
          </a:xfrm>
        </p:spPr>
        <p:txBody>
          <a:bodyPr/>
          <a:lstStyle>
            <a:lvl1pPr marL="0" indent="0">
              <a:buNone/>
              <a:defRPr b="1"/>
            </a:lvl1pPr>
          </a:lstStyle>
          <a:p>
            <a:pPr lvl="0"/>
            <a:r>
              <a:rPr lang="en-US" noProof="0"/>
              <a:t>Compare A</a:t>
            </a:r>
          </a:p>
        </p:txBody>
      </p:sp>
      <p:sp>
        <p:nvSpPr>
          <p:cNvPr id="4" name="Right Col">
            <a:extLst>
              <a:ext uri="{FF2B5EF4-FFF2-40B4-BE49-F238E27FC236}">
                <a16:creationId xmlns:a16="http://schemas.microsoft.com/office/drawing/2014/main" id="{0AAD114E-6BCC-4476-8E44-12E87D4675E2}"/>
              </a:ext>
            </a:extLst>
          </p:cNvPr>
          <p:cNvSpPr>
            <a:spLocks noGrp="1"/>
          </p:cNvSpPr>
          <p:nvPr>
            <p:ph sz="half" idx="2"/>
          </p:nvPr>
        </p:nvSpPr>
        <p:spPr>
          <a:xfrm>
            <a:off x="6253200" y="1980000"/>
            <a:ext cx="5580000" cy="4140000"/>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Right Header">
            <a:extLst>
              <a:ext uri="{FF2B5EF4-FFF2-40B4-BE49-F238E27FC236}">
                <a16:creationId xmlns:a16="http://schemas.microsoft.com/office/drawing/2014/main" id="{069A9930-1B94-49BC-B4A6-B597F155D2DD}"/>
              </a:ext>
            </a:extLst>
          </p:cNvPr>
          <p:cNvSpPr>
            <a:spLocks noGrp="1"/>
          </p:cNvSpPr>
          <p:nvPr>
            <p:ph type="body" sz="quarter" idx="13" hasCustomPrompt="1"/>
          </p:nvPr>
        </p:nvSpPr>
        <p:spPr>
          <a:xfrm>
            <a:off x="6253200" y="1620000"/>
            <a:ext cx="5580000" cy="360000"/>
          </a:xfrm>
        </p:spPr>
        <p:txBody>
          <a:bodyPr/>
          <a:lstStyle>
            <a:lvl1pPr marL="0" indent="0">
              <a:buNone/>
              <a:defRPr b="1"/>
            </a:lvl1pPr>
          </a:lstStyle>
          <a:p>
            <a:pPr lvl="0"/>
            <a:r>
              <a:rPr lang="en-US" noProof="0"/>
              <a:t>Compare B</a:t>
            </a:r>
          </a:p>
        </p:txBody>
      </p:sp>
      <p:sp>
        <p:nvSpPr>
          <p:cNvPr id="5" name="Footer Placeholder 4">
            <a:extLst>
              <a:ext uri="{FF2B5EF4-FFF2-40B4-BE49-F238E27FC236}">
                <a16:creationId xmlns:a16="http://schemas.microsoft.com/office/drawing/2014/main" id="{7C7AC535-CCE6-472A-BA3D-DDE92DFF0EDA}"/>
              </a:ext>
            </a:extLst>
          </p:cNvPr>
          <p:cNvSpPr>
            <a:spLocks noGrp="1"/>
          </p:cNvSpPr>
          <p:nvPr>
            <p:ph type="ftr" sz="quarter" idx="15"/>
          </p:nvPr>
        </p:nvSpPr>
        <p:spPr/>
        <p:txBody>
          <a:bodyPr/>
          <a:lstStyle/>
          <a:p>
            <a:r>
              <a:rPr lang="en-US" noProof="0"/>
              <a:t>Add a footer</a:t>
            </a:r>
          </a:p>
        </p:txBody>
      </p:sp>
      <p:sp>
        <p:nvSpPr>
          <p:cNvPr id="6" name="Slide Number Placeholder 5">
            <a:extLst>
              <a:ext uri="{FF2B5EF4-FFF2-40B4-BE49-F238E27FC236}">
                <a16:creationId xmlns:a16="http://schemas.microsoft.com/office/drawing/2014/main" id="{6A32F890-EB29-4A5B-A499-BB0FC04447A7}"/>
              </a:ext>
            </a:extLst>
          </p:cNvPr>
          <p:cNvSpPr>
            <a:spLocks noGrp="1"/>
          </p:cNvSpPr>
          <p:nvPr>
            <p:ph type="sldNum" sz="quarter" idx="16"/>
          </p:nvPr>
        </p:nvSpPr>
        <p:spPr/>
        <p:txBody>
          <a:bodyPr/>
          <a:lstStyle/>
          <a:p>
            <a:fld id="{058DB212-BFA2-403F-85EF-DFD3FF6D973A}" type="slidenum">
              <a:rPr lang="en-US" noProof="0" smtClean="0"/>
              <a:pPr/>
              <a:t>‹#›</a:t>
            </a:fld>
            <a:endParaRPr lang="en-US" noProof="0"/>
          </a:p>
        </p:txBody>
      </p:sp>
    </p:spTree>
    <p:extLst>
      <p:ext uri="{BB962C8B-B14F-4D97-AF65-F5344CB8AC3E}">
        <p14:creationId xmlns:p14="http://schemas.microsoft.com/office/powerpoint/2010/main" val="24888889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arge Photo">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3B63572F-04A5-456D-9066-1A65AFF5E685}"/>
              </a:ext>
            </a:extLst>
          </p:cNvPr>
          <p:cNvSpPr>
            <a:spLocks noGrp="1"/>
          </p:cNvSpPr>
          <p:nvPr>
            <p:ph type="pic" sz="quarter" idx="13" hasCustomPrompt="1"/>
          </p:nvPr>
        </p:nvSpPr>
        <p:spPr>
          <a:xfrm>
            <a:off x="0" y="0"/>
            <a:ext cx="12191999" cy="6678000"/>
          </a:xfrm>
          <a:solidFill>
            <a:schemeClr val="bg1">
              <a:lumMod val="95000"/>
            </a:schemeClr>
          </a:solidFill>
        </p:spPr>
        <p:txBody>
          <a:bodyPr anchor="ctr"/>
          <a:lstStyle>
            <a:lvl1pPr marL="0" indent="0" algn="ctr">
              <a:buNone/>
              <a:defRPr sz="1600" i="1">
                <a:latin typeface="Times New Roman" panose="02020603050405020304" pitchFamily="18" charset="0"/>
                <a:cs typeface="Times New Roman" panose="02020603050405020304" pitchFamily="18" charset="0"/>
              </a:defRPr>
            </a:lvl1pPr>
          </a:lstStyle>
          <a:p>
            <a:r>
              <a:rPr lang="en-US" noProof="0"/>
              <a:t>Insert or Drag and Drop your Image</a:t>
            </a:r>
          </a:p>
        </p:txBody>
      </p:sp>
      <p:sp>
        <p:nvSpPr>
          <p:cNvPr id="3" name="Slide Number Placeholder 2">
            <a:extLst>
              <a:ext uri="{FF2B5EF4-FFF2-40B4-BE49-F238E27FC236}">
                <a16:creationId xmlns:a16="http://schemas.microsoft.com/office/drawing/2014/main" id="{719A41AC-399F-4B25-A28A-F7679843C36E}"/>
              </a:ext>
            </a:extLst>
          </p:cNvPr>
          <p:cNvSpPr>
            <a:spLocks noGrp="1"/>
          </p:cNvSpPr>
          <p:nvPr>
            <p:ph type="sldNum" sz="quarter" idx="16"/>
          </p:nvPr>
        </p:nvSpPr>
        <p:spPr/>
        <p:txBody>
          <a:bodyPr/>
          <a:lstStyle/>
          <a:p>
            <a:fld id="{058DB212-BFA2-403F-85EF-DFD3FF6D973A}" type="slidenum">
              <a:rPr lang="en-US" noProof="0" smtClean="0"/>
              <a:pPr/>
              <a:t>‹#›</a:t>
            </a:fld>
            <a:endParaRPr lang="en-US" noProof="0"/>
          </a:p>
        </p:txBody>
      </p:sp>
      <p:sp>
        <p:nvSpPr>
          <p:cNvPr id="10" name="Caption">
            <a:extLst>
              <a:ext uri="{FF2B5EF4-FFF2-40B4-BE49-F238E27FC236}">
                <a16:creationId xmlns:a16="http://schemas.microsoft.com/office/drawing/2014/main" id="{E1C65CF6-B529-468F-B46C-1D1C2E71A116}"/>
              </a:ext>
            </a:extLst>
          </p:cNvPr>
          <p:cNvSpPr>
            <a:spLocks noGrp="1"/>
          </p:cNvSpPr>
          <p:nvPr>
            <p:ph type="body" sz="quarter" idx="14" hasCustomPrompt="1"/>
          </p:nvPr>
        </p:nvSpPr>
        <p:spPr>
          <a:xfrm>
            <a:off x="7801275" y="6156000"/>
            <a:ext cx="3793125" cy="396000"/>
          </a:xfrm>
          <a:solidFill>
            <a:schemeClr val="tx1"/>
          </a:solidFill>
        </p:spPr>
        <p:txBody>
          <a:bodyPr lIns="72000" tIns="72000"/>
          <a:lstStyle>
            <a:lvl1pPr marL="0" indent="0">
              <a:buNone/>
              <a:defRPr>
                <a:solidFill>
                  <a:schemeClr val="bg1"/>
                </a:solidFill>
              </a:defRPr>
            </a:lvl1pPr>
            <a:lvl2pPr marL="263525" indent="0">
              <a:buNone/>
              <a:defRPr/>
            </a:lvl2pPr>
            <a:lvl3pPr marL="536575" indent="0">
              <a:buNone/>
              <a:defRPr/>
            </a:lvl3pPr>
            <a:lvl4pPr marL="811213" indent="0">
              <a:buNone/>
              <a:defRPr/>
            </a:lvl4pPr>
            <a:lvl5pPr marL="1074738" indent="0">
              <a:buNone/>
              <a:defRPr/>
            </a:lvl5pPr>
          </a:lstStyle>
          <a:p>
            <a:pPr lvl="0"/>
            <a:r>
              <a:rPr lang="en-US" noProof="0"/>
              <a:t>Place your Image Caption Here</a:t>
            </a:r>
          </a:p>
        </p:txBody>
      </p:sp>
      <p:sp>
        <p:nvSpPr>
          <p:cNvPr id="2" name="Title 1">
            <a:extLst>
              <a:ext uri="{FF2B5EF4-FFF2-40B4-BE49-F238E27FC236}">
                <a16:creationId xmlns:a16="http://schemas.microsoft.com/office/drawing/2014/main" id="{FC5845FB-DCB7-4844-B346-98986ADFCE02}"/>
              </a:ext>
            </a:extLst>
          </p:cNvPr>
          <p:cNvSpPr>
            <a:spLocks noGrp="1"/>
          </p:cNvSpPr>
          <p:nvPr>
            <p:ph type="title"/>
          </p:nvPr>
        </p:nvSpPr>
        <p:spPr/>
        <p:txBody>
          <a:bodyPr/>
          <a:lstStyle/>
          <a:p>
            <a:r>
              <a:rPr lang="en-US" noProof="0"/>
              <a:t>Click to edit Master title style</a:t>
            </a:r>
          </a:p>
        </p:txBody>
      </p:sp>
    </p:spTree>
    <p:extLst>
      <p:ext uri="{BB962C8B-B14F-4D97-AF65-F5344CB8AC3E}">
        <p14:creationId xmlns:p14="http://schemas.microsoft.com/office/powerpoint/2010/main" val="42188077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Video">
    <p:spTree>
      <p:nvGrpSpPr>
        <p:cNvPr id="1" name=""/>
        <p:cNvGrpSpPr/>
        <p:nvPr/>
      </p:nvGrpSpPr>
      <p:grpSpPr>
        <a:xfrm>
          <a:off x="0" y="0"/>
          <a:ext cx="0" cy="0"/>
          <a:chOff x="0" y="0"/>
          <a:chExt cx="0" cy="0"/>
        </a:xfrm>
      </p:grpSpPr>
      <p:sp>
        <p:nvSpPr>
          <p:cNvPr id="3" name="Media Placeholder 2">
            <a:extLst>
              <a:ext uri="{FF2B5EF4-FFF2-40B4-BE49-F238E27FC236}">
                <a16:creationId xmlns:a16="http://schemas.microsoft.com/office/drawing/2014/main" id="{FB784EBA-F0C5-4F6F-9426-185FBA239203}"/>
              </a:ext>
            </a:extLst>
          </p:cNvPr>
          <p:cNvSpPr>
            <a:spLocks noGrp="1"/>
          </p:cNvSpPr>
          <p:nvPr>
            <p:ph type="media" sz="quarter" idx="15" hasCustomPrompt="1"/>
          </p:nvPr>
        </p:nvSpPr>
        <p:spPr>
          <a:xfrm>
            <a:off x="0" y="0"/>
            <a:ext cx="12192000" cy="6678000"/>
          </a:xfrm>
          <a:pattFill prst="dkUpDiag">
            <a:fgClr>
              <a:schemeClr val="bg1">
                <a:lumMod val="85000"/>
              </a:schemeClr>
            </a:fgClr>
            <a:bgClr>
              <a:schemeClr val="bg1">
                <a:lumMod val="95000"/>
              </a:schemeClr>
            </a:bgClr>
          </a:pattFill>
        </p:spPr>
        <p:txBody>
          <a:bodyPr anchor="ctr"/>
          <a:lstStyle>
            <a:lvl1pPr marL="0" indent="0" algn="ctr">
              <a:buNone/>
              <a:defRPr sz="1600" i="1">
                <a:latin typeface="Times New Roman" panose="02020603050405020304" pitchFamily="18" charset="0"/>
                <a:cs typeface="Times New Roman" panose="02020603050405020304" pitchFamily="18" charset="0"/>
              </a:defRPr>
            </a:lvl1pPr>
          </a:lstStyle>
          <a:p>
            <a:r>
              <a:rPr lang="en-US" noProof="0"/>
              <a:t>Insert Your Video</a:t>
            </a:r>
          </a:p>
        </p:txBody>
      </p:sp>
      <p:sp>
        <p:nvSpPr>
          <p:cNvPr id="5" name="Caption">
            <a:extLst>
              <a:ext uri="{FF2B5EF4-FFF2-40B4-BE49-F238E27FC236}">
                <a16:creationId xmlns:a16="http://schemas.microsoft.com/office/drawing/2014/main" id="{172090C5-61AC-430F-AA33-8EF3902C4669}"/>
              </a:ext>
            </a:extLst>
          </p:cNvPr>
          <p:cNvSpPr>
            <a:spLocks noGrp="1"/>
          </p:cNvSpPr>
          <p:nvPr>
            <p:ph type="body" sz="quarter" idx="14" hasCustomPrompt="1"/>
          </p:nvPr>
        </p:nvSpPr>
        <p:spPr>
          <a:xfrm>
            <a:off x="7801275" y="6156000"/>
            <a:ext cx="3793125" cy="396000"/>
          </a:xfrm>
          <a:solidFill>
            <a:schemeClr val="tx1"/>
          </a:solidFill>
        </p:spPr>
        <p:txBody>
          <a:bodyPr lIns="72000" tIns="72000"/>
          <a:lstStyle>
            <a:lvl1pPr marL="0" indent="0">
              <a:buNone/>
              <a:defRPr>
                <a:solidFill>
                  <a:schemeClr val="bg1"/>
                </a:solidFill>
              </a:defRPr>
            </a:lvl1pPr>
            <a:lvl2pPr marL="263525" indent="0">
              <a:buNone/>
              <a:defRPr/>
            </a:lvl2pPr>
            <a:lvl3pPr marL="536575" indent="0">
              <a:buNone/>
              <a:defRPr/>
            </a:lvl3pPr>
            <a:lvl4pPr marL="811213" indent="0">
              <a:buNone/>
              <a:defRPr/>
            </a:lvl4pPr>
            <a:lvl5pPr marL="1074738" indent="0">
              <a:buNone/>
              <a:defRPr/>
            </a:lvl5pPr>
          </a:lstStyle>
          <a:p>
            <a:pPr lvl="0"/>
            <a:r>
              <a:rPr lang="en-US" noProof="0"/>
              <a:t>Place your Image Caption Here</a:t>
            </a:r>
          </a:p>
        </p:txBody>
      </p:sp>
      <p:sp>
        <p:nvSpPr>
          <p:cNvPr id="4" name="Slide Number Placeholder 3">
            <a:extLst>
              <a:ext uri="{FF2B5EF4-FFF2-40B4-BE49-F238E27FC236}">
                <a16:creationId xmlns:a16="http://schemas.microsoft.com/office/drawing/2014/main" id="{8377EBDA-221D-4CBD-8DBF-E03A370015DB}"/>
              </a:ext>
            </a:extLst>
          </p:cNvPr>
          <p:cNvSpPr>
            <a:spLocks noGrp="1"/>
          </p:cNvSpPr>
          <p:nvPr>
            <p:ph type="sldNum" sz="quarter" idx="17"/>
          </p:nvPr>
        </p:nvSpPr>
        <p:spPr/>
        <p:txBody>
          <a:bodyPr/>
          <a:lstStyle/>
          <a:p>
            <a:fld id="{058DB212-BFA2-403F-85EF-DFD3FF6D973A}" type="slidenum">
              <a:rPr lang="en-US" noProof="0" smtClean="0"/>
              <a:pPr/>
              <a:t>‹#›</a:t>
            </a:fld>
            <a:endParaRPr lang="en-US" noProof="0"/>
          </a:p>
        </p:txBody>
      </p:sp>
      <p:sp>
        <p:nvSpPr>
          <p:cNvPr id="2" name="Title 1">
            <a:extLst>
              <a:ext uri="{FF2B5EF4-FFF2-40B4-BE49-F238E27FC236}">
                <a16:creationId xmlns:a16="http://schemas.microsoft.com/office/drawing/2014/main" id="{882508FC-366E-44DA-80A8-28048E1E4AEF}"/>
              </a:ext>
            </a:extLst>
          </p:cNvPr>
          <p:cNvSpPr>
            <a:spLocks noGrp="1"/>
          </p:cNvSpPr>
          <p:nvPr>
            <p:ph type="title"/>
          </p:nvPr>
        </p:nvSpPr>
        <p:spPr/>
        <p:txBody>
          <a:bodyPr/>
          <a:lstStyle/>
          <a:p>
            <a:r>
              <a:rPr lang="en-US" noProof="0"/>
              <a:t>Click to edit Master title style</a:t>
            </a:r>
          </a:p>
        </p:txBody>
      </p:sp>
    </p:spTree>
    <p:extLst>
      <p:ext uri="{BB962C8B-B14F-4D97-AF65-F5344CB8AC3E}">
        <p14:creationId xmlns:p14="http://schemas.microsoft.com/office/powerpoint/2010/main" val="23215801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1_Divider">
    <p:spTree>
      <p:nvGrpSpPr>
        <p:cNvPr id="1" name=""/>
        <p:cNvGrpSpPr/>
        <p:nvPr/>
      </p:nvGrpSpPr>
      <p:grpSpPr>
        <a:xfrm>
          <a:off x="0" y="0"/>
          <a:ext cx="0" cy="0"/>
          <a:chOff x="0" y="0"/>
          <a:chExt cx="0" cy="0"/>
        </a:xfrm>
      </p:grpSpPr>
      <p:pic>
        <p:nvPicPr>
          <p:cNvPr id="26" name="Picture 25">
            <a:extLst>
              <a:ext uri="{FF2B5EF4-FFF2-40B4-BE49-F238E27FC236}">
                <a16:creationId xmlns:a16="http://schemas.microsoft.com/office/drawing/2014/main" id="{111E4563-E2FC-4D6F-B759-AB4FB77D270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flipH="1">
            <a:off x="0" y="0"/>
            <a:ext cx="7799832" cy="6675120"/>
          </a:xfrm>
          <a:prstGeom prst="rect">
            <a:avLst/>
          </a:prstGeom>
        </p:spPr>
      </p:pic>
      <p:sp>
        <p:nvSpPr>
          <p:cNvPr id="24" name="Rectangle 23">
            <a:extLst>
              <a:ext uri="{FF2B5EF4-FFF2-40B4-BE49-F238E27FC236}">
                <a16:creationId xmlns:a16="http://schemas.microsoft.com/office/drawing/2014/main" id="{92FE8913-A018-418C-99FB-2DF342B9B5A0}"/>
              </a:ext>
            </a:extLst>
          </p:cNvPr>
          <p:cNvSpPr/>
          <p:nvPr userDrawn="1"/>
        </p:nvSpPr>
        <p:spPr>
          <a:xfrm>
            <a:off x="0" y="0"/>
            <a:ext cx="7802524" cy="6677644"/>
          </a:xfrm>
          <a:prstGeom prst="rect">
            <a:avLst/>
          </a:prstGeom>
          <a:solidFill>
            <a:schemeClr val="tx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Picture Placeholder 9">
            <a:extLst>
              <a:ext uri="{FF2B5EF4-FFF2-40B4-BE49-F238E27FC236}">
                <a16:creationId xmlns:a16="http://schemas.microsoft.com/office/drawing/2014/main" id="{AF7702AD-1968-4CE6-BC7C-02C0637069A8}"/>
              </a:ext>
            </a:extLst>
          </p:cNvPr>
          <p:cNvSpPr>
            <a:spLocks noGrp="1"/>
          </p:cNvSpPr>
          <p:nvPr>
            <p:ph type="pic" sz="quarter" idx="14" hasCustomPrompt="1"/>
          </p:nvPr>
        </p:nvSpPr>
        <p:spPr>
          <a:xfrm>
            <a:off x="7801097" y="1"/>
            <a:ext cx="4389475" cy="6677644"/>
          </a:xfrm>
          <a:solidFill>
            <a:schemeClr val="bg1">
              <a:lumMod val="95000"/>
            </a:schemeClr>
          </a:solidFill>
        </p:spPr>
        <p:txBody>
          <a:bodyPr anchor="ctr"/>
          <a:lstStyle>
            <a:lvl1pPr marL="0" indent="0" algn="ctr">
              <a:buNone/>
              <a:defRPr sz="1600" i="1">
                <a:latin typeface="Times New Roman" panose="02020603050405020304" pitchFamily="18" charset="0"/>
                <a:cs typeface="Times New Roman" panose="02020603050405020304" pitchFamily="18" charset="0"/>
              </a:defRPr>
            </a:lvl1pPr>
          </a:lstStyle>
          <a:p>
            <a:r>
              <a:rPr lang="en-US"/>
              <a:t>Insert or Drag and Drop your Image</a:t>
            </a:r>
            <a:endParaRPr lang="en-US" dirty="0"/>
          </a:p>
        </p:txBody>
      </p:sp>
      <p:sp>
        <p:nvSpPr>
          <p:cNvPr id="13" name="Title 1">
            <a:extLst>
              <a:ext uri="{FF2B5EF4-FFF2-40B4-BE49-F238E27FC236}">
                <a16:creationId xmlns:a16="http://schemas.microsoft.com/office/drawing/2014/main" id="{C6A78464-8D00-4B94-90C7-90F1B54C8AA0}"/>
              </a:ext>
            </a:extLst>
          </p:cNvPr>
          <p:cNvSpPr>
            <a:spLocks noGrp="1"/>
          </p:cNvSpPr>
          <p:nvPr>
            <p:ph type="ctrTitle" hasCustomPrompt="1"/>
          </p:nvPr>
        </p:nvSpPr>
        <p:spPr>
          <a:xfrm>
            <a:off x="794862" y="3032684"/>
            <a:ext cx="3759807" cy="1547813"/>
          </a:xfrm>
        </p:spPr>
        <p:txBody>
          <a:bodyPr anchor="b"/>
          <a:lstStyle>
            <a:lvl1pPr algn="l">
              <a:lnSpc>
                <a:spcPts val="4000"/>
              </a:lnSpc>
              <a:defRPr sz="6600" spc="-150">
                <a:solidFill>
                  <a:schemeClr val="bg1"/>
                </a:solidFill>
              </a:defRPr>
            </a:lvl1pPr>
          </a:lstStyle>
          <a:p>
            <a:r>
              <a:rPr lang="en-US"/>
              <a:t>Thank You</a:t>
            </a:r>
            <a:endParaRPr lang="en-US" dirty="0"/>
          </a:p>
        </p:txBody>
      </p:sp>
      <p:sp>
        <p:nvSpPr>
          <p:cNvPr id="18" name="Graphic 15">
            <a:extLst>
              <a:ext uri="{FF2B5EF4-FFF2-40B4-BE49-F238E27FC236}">
                <a16:creationId xmlns:a16="http://schemas.microsoft.com/office/drawing/2014/main" id="{F50292C9-54F6-4F7B-A885-34CE1E3B0351}"/>
              </a:ext>
            </a:extLst>
          </p:cNvPr>
          <p:cNvSpPr/>
          <p:nvPr userDrawn="1"/>
        </p:nvSpPr>
        <p:spPr>
          <a:xfrm>
            <a:off x="1774391" y="4123811"/>
            <a:ext cx="6027420" cy="2599249"/>
          </a:xfrm>
          <a:custGeom>
            <a:avLst/>
            <a:gdLst>
              <a:gd name="connsiteX0" fmla="*/ 7144 w 6505575"/>
              <a:gd name="connsiteY0" fmla="*/ 2606393 h 2609850"/>
              <a:gd name="connsiteX1" fmla="*/ 881539 w 6505575"/>
              <a:gd name="connsiteY1" fmla="*/ 2062516 h 2609850"/>
              <a:gd name="connsiteX2" fmla="*/ 1477804 w 6505575"/>
              <a:gd name="connsiteY2" fmla="*/ 2056801 h 2609850"/>
              <a:gd name="connsiteX3" fmla="*/ 1569244 w 6505575"/>
              <a:gd name="connsiteY3" fmla="*/ 2112046 h 2609850"/>
              <a:gd name="connsiteX4" fmla="*/ 2539841 w 6505575"/>
              <a:gd name="connsiteY4" fmla="*/ 2084423 h 2609850"/>
              <a:gd name="connsiteX5" fmla="*/ 3238976 w 6505575"/>
              <a:gd name="connsiteY5" fmla="*/ 1611031 h 2609850"/>
              <a:gd name="connsiteX6" fmla="*/ 3642836 w 6505575"/>
              <a:gd name="connsiteY6" fmla="*/ 1590076 h 2609850"/>
              <a:gd name="connsiteX7" fmla="*/ 3963829 w 6505575"/>
              <a:gd name="connsiteY7" fmla="*/ 1762478 h 2609850"/>
              <a:gd name="connsiteX8" fmla="*/ 4862989 w 6505575"/>
              <a:gd name="connsiteY8" fmla="*/ 1455773 h 2609850"/>
              <a:gd name="connsiteX9" fmla="*/ 5106829 w 6505575"/>
              <a:gd name="connsiteY9" fmla="*/ 734731 h 2609850"/>
              <a:gd name="connsiteX10" fmla="*/ 6034564 w 6505575"/>
              <a:gd name="connsiteY10" fmla="*/ 69886 h 2609850"/>
              <a:gd name="connsiteX11" fmla="*/ 6034564 w 6505575"/>
              <a:gd name="connsiteY11" fmla="*/ 69886 h 2609850"/>
              <a:gd name="connsiteX12" fmla="*/ 6507004 w 6505575"/>
              <a:gd name="connsiteY12" fmla="*/ 1395766 h 2609850"/>
              <a:gd name="connsiteX13" fmla="*/ 6507004 w 6505575"/>
              <a:gd name="connsiteY13" fmla="*/ 2605441 h 2609850"/>
              <a:gd name="connsiteX14" fmla="*/ 7144 w 6505575"/>
              <a:gd name="connsiteY14" fmla="*/ 2605441 h 2609850"/>
              <a:gd name="connsiteX0" fmla="*/ 6499860 w 6591300"/>
              <a:gd name="connsiteY0" fmla="*/ 1388622 h 2599249"/>
              <a:gd name="connsiteX1" fmla="*/ 6499860 w 6591300"/>
              <a:gd name="connsiteY1" fmla="*/ 2598297 h 2599249"/>
              <a:gd name="connsiteX2" fmla="*/ 0 w 6591300"/>
              <a:gd name="connsiteY2" fmla="*/ 2598297 h 2599249"/>
              <a:gd name="connsiteX3" fmla="*/ 0 w 6591300"/>
              <a:gd name="connsiteY3" fmla="*/ 2599249 h 2599249"/>
              <a:gd name="connsiteX4" fmla="*/ 874395 w 6591300"/>
              <a:gd name="connsiteY4" fmla="*/ 2055372 h 2599249"/>
              <a:gd name="connsiteX5" fmla="*/ 1470660 w 6591300"/>
              <a:gd name="connsiteY5" fmla="*/ 2049657 h 2599249"/>
              <a:gd name="connsiteX6" fmla="*/ 1562100 w 6591300"/>
              <a:gd name="connsiteY6" fmla="*/ 2104902 h 2599249"/>
              <a:gd name="connsiteX7" fmla="*/ 2532697 w 6591300"/>
              <a:gd name="connsiteY7" fmla="*/ 2077279 h 2599249"/>
              <a:gd name="connsiteX8" fmla="*/ 3231832 w 6591300"/>
              <a:gd name="connsiteY8" fmla="*/ 1603887 h 2599249"/>
              <a:gd name="connsiteX9" fmla="*/ 3635692 w 6591300"/>
              <a:gd name="connsiteY9" fmla="*/ 1582932 h 2599249"/>
              <a:gd name="connsiteX10" fmla="*/ 3956685 w 6591300"/>
              <a:gd name="connsiteY10" fmla="*/ 1755334 h 2599249"/>
              <a:gd name="connsiteX11" fmla="*/ 4855845 w 6591300"/>
              <a:gd name="connsiteY11" fmla="*/ 1448629 h 2599249"/>
              <a:gd name="connsiteX12" fmla="*/ 5099685 w 6591300"/>
              <a:gd name="connsiteY12" fmla="*/ 727587 h 2599249"/>
              <a:gd name="connsiteX13" fmla="*/ 6027420 w 6591300"/>
              <a:gd name="connsiteY13" fmla="*/ 62742 h 2599249"/>
              <a:gd name="connsiteX14" fmla="*/ 6027420 w 6591300"/>
              <a:gd name="connsiteY14" fmla="*/ 62742 h 2599249"/>
              <a:gd name="connsiteX15" fmla="*/ 6591300 w 6591300"/>
              <a:gd name="connsiteY15" fmla="*/ 1480062 h 2599249"/>
              <a:gd name="connsiteX0" fmla="*/ 6499860 w 6591300"/>
              <a:gd name="connsiteY0" fmla="*/ 2598297 h 2599249"/>
              <a:gd name="connsiteX1" fmla="*/ 0 w 6591300"/>
              <a:gd name="connsiteY1" fmla="*/ 2598297 h 2599249"/>
              <a:gd name="connsiteX2" fmla="*/ 0 w 6591300"/>
              <a:gd name="connsiteY2" fmla="*/ 2599249 h 2599249"/>
              <a:gd name="connsiteX3" fmla="*/ 874395 w 6591300"/>
              <a:gd name="connsiteY3" fmla="*/ 2055372 h 2599249"/>
              <a:gd name="connsiteX4" fmla="*/ 1470660 w 6591300"/>
              <a:gd name="connsiteY4" fmla="*/ 2049657 h 2599249"/>
              <a:gd name="connsiteX5" fmla="*/ 1562100 w 6591300"/>
              <a:gd name="connsiteY5" fmla="*/ 2104902 h 2599249"/>
              <a:gd name="connsiteX6" fmla="*/ 2532697 w 6591300"/>
              <a:gd name="connsiteY6" fmla="*/ 2077279 h 2599249"/>
              <a:gd name="connsiteX7" fmla="*/ 3231832 w 6591300"/>
              <a:gd name="connsiteY7" fmla="*/ 1603887 h 2599249"/>
              <a:gd name="connsiteX8" fmla="*/ 3635692 w 6591300"/>
              <a:gd name="connsiteY8" fmla="*/ 1582932 h 2599249"/>
              <a:gd name="connsiteX9" fmla="*/ 3956685 w 6591300"/>
              <a:gd name="connsiteY9" fmla="*/ 1755334 h 2599249"/>
              <a:gd name="connsiteX10" fmla="*/ 4855845 w 6591300"/>
              <a:gd name="connsiteY10" fmla="*/ 1448629 h 2599249"/>
              <a:gd name="connsiteX11" fmla="*/ 5099685 w 6591300"/>
              <a:gd name="connsiteY11" fmla="*/ 727587 h 2599249"/>
              <a:gd name="connsiteX12" fmla="*/ 6027420 w 6591300"/>
              <a:gd name="connsiteY12" fmla="*/ 62742 h 2599249"/>
              <a:gd name="connsiteX13" fmla="*/ 6027420 w 6591300"/>
              <a:gd name="connsiteY13" fmla="*/ 62742 h 2599249"/>
              <a:gd name="connsiteX14" fmla="*/ 6591300 w 6591300"/>
              <a:gd name="connsiteY14" fmla="*/ 1480062 h 2599249"/>
              <a:gd name="connsiteX0" fmla="*/ 0 w 6591300"/>
              <a:gd name="connsiteY0" fmla="*/ 2598297 h 2599249"/>
              <a:gd name="connsiteX1" fmla="*/ 0 w 6591300"/>
              <a:gd name="connsiteY1" fmla="*/ 2599249 h 2599249"/>
              <a:gd name="connsiteX2" fmla="*/ 874395 w 6591300"/>
              <a:gd name="connsiteY2" fmla="*/ 2055372 h 2599249"/>
              <a:gd name="connsiteX3" fmla="*/ 1470660 w 6591300"/>
              <a:gd name="connsiteY3" fmla="*/ 2049657 h 2599249"/>
              <a:gd name="connsiteX4" fmla="*/ 1562100 w 6591300"/>
              <a:gd name="connsiteY4" fmla="*/ 2104902 h 2599249"/>
              <a:gd name="connsiteX5" fmla="*/ 2532697 w 6591300"/>
              <a:gd name="connsiteY5" fmla="*/ 2077279 h 2599249"/>
              <a:gd name="connsiteX6" fmla="*/ 3231832 w 6591300"/>
              <a:gd name="connsiteY6" fmla="*/ 1603887 h 2599249"/>
              <a:gd name="connsiteX7" fmla="*/ 3635692 w 6591300"/>
              <a:gd name="connsiteY7" fmla="*/ 1582932 h 2599249"/>
              <a:gd name="connsiteX8" fmla="*/ 3956685 w 6591300"/>
              <a:gd name="connsiteY8" fmla="*/ 1755334 h 2599249"/>
              <a:gd name="connsiteX9" fmla="*/ 4855845 w 6591300"/>
              <a:gd name="connsiteY9" fmla="*/ 1448629 h 2599249"/>
              <a:gd name="connsiteX10" fmla="*/ 5099685 w 6591300"/>
              <a:gd name="connsiteY10" fmla="*/ 727587 h 2599249"/>
              <a:gd name="connsiteX11" fmla="*/ 6027420 w 6591300"/>
              <a:gd name="connsiteY11" fmla="*/ 62742 h 2599249"/>
              <a:gd name="connsiteX12" fmla="*/ 6027420 w 6591300"/>
              <a:gd name="connsiteY12" fmla="*/ 62742 h 2599249"/>
              <a:gd name="connsiteX13" fmla="*/ 6591300 w 6591300"/>
              <a:gd name="connsiteY13" fmla="*/ 1480062 h 2599249"/>
              <a:gd name="connsiteX0" fmla="*/ 0 w 6027420"/>
              <a:gd name="connsiteY0" fmla="*/ 2598297 h 2599249"/>
              <a:gd name="connsiteX1" fmla="*/ 0 w 6027420"/>
              <a:gd name="connsiteY1" fmla="*/ 2599249 h 2599249"/>
              <a:gd name="connsiteX2" fmla="*/ 874395 w 6027420"/>
              <a:gd name="connsiteY2" fmla="*/ 2055372 h 2599249"/>
              <a:gd name="connsiteX3" fmla="*/ 1470660 w 6027420"/>
              <a:gd name="connsiteY3" fmla="*/ 2049657 h 2599249"/>
              <a:gd name="connsiteX4" fmla="*/ 1562100 w 6027420"/>
              <a:gd name="connsiteY4" fmla="*/ 2104902 h 2599249"/>
              <a:gd name="connsiteX5" fmla="*/ 2532697 w 6027420"/>
              <a:gd name="connsiteY5" fmla="*/ 2077279 h 2599249"/>
              <a:gd name="connsiteX6" fmla="*/ 3231832 w 6027420"/>
              <a:gd name="connsiteY6" fmla="*/ 1603887 h 2599249"/>
              <a:gd name="connsiteX7" fmla="*/ 3635692 w 6027420"/>
              <a:gd name="connsiteY7" fmla="*/ 1582932 h 2599249"/>
              <a:gd name="connsiteX8" fmla="*/ 3956685 w 6027420"/>
              <a:gd name="connsiteY8" fmla="*/ 1755334 h 2599249"/>
              <a:gd name="connsiteX9" fmla="*/ 4855845 w 6027420"/>
              <a:gd name="connsiteY9" fmla="*/ 1448629 h 2599249"/>
              <a:gd name="connsiteX10" fmla="*/ 5099685 w 6027420"/>
              <a:gd name="connsiteY10" fmla="*/ 727587 h 2599249"/>
              <a:gd name="connsiteX11" fmla="*/ 6027420 w 6027420"/>
              <a:gd name="connsiteY11" fmla="*/ 62742 h 2599249"/>
              <a:gd name="connsiteX12" fmla="*/ 6027420 w 6027420"/>
              <a:gd name="connsiteY12" fmla="*/ 62742 h 2599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027420" h="2599249">
                <a:moveTo>
                  <a:pt x="0" y="2598297"/>
                </a:moveTo>
                <a:lnTo>
                  <a:pt x="0" y="2599249"/>
                </a:lnTo>
                <a:lnTo>
                  <a:pt x="874395" y="2055372"/>
                </a:lnTo>
                <a:cubicBezTo>
                  <a:pt x="1056322" y="1942024"/>
                  <a:pt x="1286827" y="1940119"/>
                  <a:pt x="1470660" y="2049657"/>
                </a:cubicBezTo>
                <a:lnTo>
                  <a:pt x="1562100" y="2104902"/>
                </a:lnTo>
                <a:cubicBezTo>
                  <a:pt x="1863090" y="2284924"/>
                  <a:pt x="2241232" y="2273494"/>
                  <a:pt x="2532697" y="2077279"/>
                </a:cubicBezTo>
                <a:lnTo>
                  <a:pt x="3231832" y="1603887"/>
                </a:lnTo>
                <a:cubicBezTo>
                  <a:pt x="3351847" y="1521972"/>
                  <a:pt x="3508057" y="1514352"/>
                  <a:pt x="3635692" y="1582932"/>
                </a:cubicBezTo>
                <a:lnTo>
                  <a:pt x="3956685" y="1755334"/>
                </a:lnTo>
                <a:cubicBezTo>
                  <a:pt x="4288155" y="1933452"/>
                  <a:pt x="4701540" y="1792482"/>
                  <a:pt x="4855845" y="1448629"/>
                </a:cubicBezTo>
                <a:lnTo>
                  <a:pt x="5099685" y="727587"/>
                </a:lnTo>
                <a:cubicBezTo>
                  <a:pt x="5228273" y="156087"/>
                  <a:pt x="5863590" y="-137283"/>
                  <a:pt x="6027420" y="62742"/>
                </a:cubicBezTo>
                <a:lnTo>
                  <a:pt x="6027420" y="62742"/>
                </a:lnTo>
              </a:path>
            </a:pathLst>
          </a:custGeom>
          <a:noFill/>
          <a:ln w="9525" cap="flat">
            <a:solidFill>
              <a:schemeClr val="bg1"/>
            </a:solidFill>
            <a:prstDash val="dash"/>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sp>
        <p:nvSpPr>
          <p:cNvPr id="15" name="Name">
            <a:extLst>
              <a:ext uri="{FF2B5EF4-FFF2-40B4-BE49-F238E27FC236}">
                <a16:creationId xmlns:a16="http://schemas.microsoft.com/office/drawing/2014/main" id="{B8C48821-0D90-416C-873E-50587E8A0C8E}"/>
              </a:ext>
            </a:extLst>
          </p:cNvPr>
          <p:cNvSpPr>
            <a:spLocks noGrp="1"/>
          </p:cNvSpPr>
          <p:nvPr>
            <p:ph type="body" sz="quarter" idx="11" hasCustomPrompt="1"/>
          </p:nvPr>
        </p:nvSpPr>
        <p:spPr>
          <a:xfrm>
            <a:off x="794861" y="4741677"/>
            <a:ext cx="3756943" cy="252000"/>
          </a:xfrm>
        </p:spPr>
        <p:txBody>
          <a:bodyPr anchor="ctr"/>
          <a:lstStyle>
            <a:lvl1pPr marL="0" indent="0">
              <a:buNone/>
              <a:defRPr sz="1600">
                <a:solidFill>
                  <a:schemeClr val="bg1"/>
                </a:solidFill>
                <a:latin typeface="+mn-lt"/>
              </a:defRPr>
            </a:lvl1pPr>
          </a:lstStyle>
          <a:p>
            <a:pPr lvl="0"/>
            <a:r>
              <a:rPr lang="en-US"/>
              <a:t>Name</a:t>
            </a:r>
            <a:endParaRPr lang="en-US" dirty="0"/>
          </a:p>
        </p:txBody>
      </p:sp>
      <p:sp>
        <p:nvSpPr>
          <p:cNvPr id="16" name="Email">
            <a:extLst>
              <a:ext uri="{FF2B5EF4-FFF2-40B4-BE49-F238E27FC236}">
                <a16:creationId xmlns:a16="http://schemas.microsoft.com/office/drawing/2014/main" id="{42450180-8D19-405E-97F0-2A309B58D01C}"/>
              </a:ext>
            </a:extLst>
          </p:cNvPr>
          <p:cNvSpPr>
            <a:spLocks noGrp="1"/>
          </p:cNvSpPr>
          <p:nvPr>
            <p:ph type="body" sz="quarter" idx="12" hasCustomPrompt="1"/>
          </p:nvPr>
        </p:nvSpPr>
        <p:spPr>
          <a:xfrm>
            <a:off x="1088990" y="5147137"/>
            <a:ext cx="3462814" cy="252000"/>
          </a:xfrm>
        </p:spPr>
        <p:txBody>
          <a:bodyPr anchor="ctr"/>
          <a:lstStyle>
            <a:lvl1pPr marL="0" indent="0">
              <a:buNone/>
              <a:defRPr sz="1200">
                <a:solidFill>
                  <a:schemeClr val="bg1"/>
                </a:solidFill>
                <a:latin typeface="+mn-lt"/>
              </a:defRPr>
            </a:lvl1pPr>
          </a:lstStyle>
          <a:p>
            <a:pPr lvl="0"/>
            <a:r>
              <a:rPr lang="en-US"/>
              <a:t>Email</a:t>
            </a:r>
            <a:endParaRPr lang="en-US" dirty="0"/>
          </a:p>
        </p:txBody>
      </p:sp>
      <p:sp>
        <p:nvSpPr>
          <p:cNvPr id="19" name="Rectangle 18">
            <a:extLst>
              <a:ext uri="{FF2B5EF4-FFF2-40B4-BE49-F238E27FC236}">
                <a16:creationId xmlns:a16="http://schemas.microsoft.com/office/drawing/2014/main" id="{C837F23B-0C4D-4D27-BF83-0B10D1CFFDCD}"/>
              </a:ext>
            </a:extLst>
          </p:cNvPr>
          <p:cNvSpPr/>
          <p:nvPr userDrawn="1"/>
        </p:nvSpPr>
        <p:spPr>
          <a:xfrm>
            <a:off x="-9856" y="6678000"/>
            <a:ext cx="9405316" cy="144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D39551A1-FBAD-4CC8-AA99-F9F4D4281782}"/>
              </a:ext>
            </a:extLst>
          </p:cNvPr>
          <p:cNvSpPr/>
          <p:nvPr userDrawn="1"/>
        </p:nvSpPr>
        <p:spPr>
          <a:xfrm>
            <a:off x="7804351" y="6678000"/>
            <a:ext cx="4224296" cy="144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rIns="36000" bIns="0" rtlCol="0" anchor="b"/>
          <a:lstStyle/>
          <a:p>
            <a:pPr algn="r"/>
            <a:endParaRPr lang="en-US" sz="1000" noProof="1">
              <a:latin typeface="Tw Cen MT" panose="020B0602020104020603" pitchFamily="34" charset="0"/>
            </a:endParaRPr>
          </a:p>
        </p:txBody>
      </p:sp>
      <p:sp>
        <p:nvSpPr>
          <p:cNvPr id="14" name="Slide Number Placeholder 5">
            <a:extLst>
              <a:ext uri="{FF2B5EF4-FFF2-40B4-BE49-F238E27FC236}">
                <a16:creationId xmlns:a16="http://schemas.microsoft.com/office/drawing/2014/main" id="{5F695C6B-DBEE-447E-B106-7351E00BD0AF}"/>
              </a:ext>
            </a:extLst>
          </p:cNvPr>
          <p:cNvSpPr txBox="1">
            <a:spLocks/>
          </p:cNvSpPr>
          <p:nvPr userDrawn="1"/>
        </p:nvSpPr>
        <p:spPr>
          <a:xfrm>
            <a:off x="12030074" y="6678000"/>
            <a:ext cx="161925" cy="144000"/>
          </a:xfrm>
          <a:prstGeom prst="rect">
            <a:avLst/>
          </a:prstGeom>
          <a:solidFill>
            <a:schemeClr val="accent1"/>
          </a:solidFill>
        </p:spPr>
        <p:txBody>
          <a:bodyPr vert="horz" lIns="0" tIns="0" rIns="72000" bIns="0" rtlCol="0" anchor="ctr"/>
          <a:lstStyle>
            <a:defPPr>
              <a:defRPr lang="en-US"/>
            </a:defPPr>
            <a:lvl1pPr marL="0" algn="r" defTabSz="914400" rtl="0" eaLnBrk="1" latinLnBrk="0" hangingPunct="1">
              <a:defRPr sz="12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23" name="Rectangle 22">
            <a:extLst>
              <a:ext uri="{FF2B5EF4-FFF2-40B4-BE49-F238E27FC236}">
                <a16:creationId xmlns:a16="http://schemas.microsoft.com/office/drawing/2014/main" id="{E1A38929-6316-4332-83F8-9E95386C7C42}"/>
              </a:ext>
            </a:extLst>
          </p:cNvPr>
          <p:cNvSpPr/>
          <p:nvPr userDrawn="1"/>
        </p:nvSpPr>
        <p:spPr>
          <a:xfrm>
            <a:off x="-9856" y="6822000"/>
            <a:ext cx="12201856" cy="36000"/>
          </a:xfrm>
          <a:prstGeom prst="rect">
            <a:avLst/>
          </a:prstGeom>
          <a:gradFill>
            <a:gsLst>
              <a:gs pos="0">
                <a:schemeClr val="accent4"/>
              </a:gs>
              <a:gs pos="37000">
                <a:schemeClr val="bg1">
                  <a:lumMod val="85000"/>
                </a:schemeClr>
              </a:gs>
              <a:gs pos="100000">
                <a:schemeClr val="accent1"/>
              </a:gs>
              <a:gs pos="68000">
                <a:schemeClr val="tx1">
                  <a:lumMod val="85000"/>
                  <a:lumOff val="15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dirty="0"/>
          </a:p>
        </p:txBody>
      </p:sp>
    </p:spTree>
    <p:extLst>
      <p:ext uri="{BB962C8B-B14F-4D97-AF65-F5344CB8AC3E}">
        <p14:creationId xmlns:p14="http://schemas.microsoft.com/office/powerpoint/2010/main" val="32774727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5921DB-2DD6-4869-9104-BE40FBBCCE31}"/>
              </a:ext>
            </a:extLst>
          </p:cNvPr>
          <p:cNvSpPr>
            <a:spLocks noGrp="1"/>
          </p:cNvSpPr>
          <p:nvPr>
            <p:ph type="title"/>
          </p:nvPr>
        </p:nvSpPr>
        <p:spPr/>
        <p:txBody>
          <a:bodyPr/>
          <a:lstStyle/>
          <a:p>
            <a:r>
              <a:rPr lang="en-US" noProof="0"/>
              <a:t>Click to edit Master title style</a:t>
            </a:r>
          </a:p>
        </p:txBody>
      </p:sp>
      <p:sp>
        <p:nvSpPr>
          <p:cNvPr id="10" name="Subtitle">
            <a:extLst>
              <a:ext uri="{FF2B5EF4-FFF2-40B4-BE49-F238E27FC236}">
                <a16:creationId xmlns:a16="http://schemas.microsoft.com/office/drawing/2014/main" id="{1CC9B96F-1A0A-4B16-BDF7-48B289CD533E}"/>
              </a:ext>
            </a:extLst>
          </p:cNvPr>
          <p:cNvSpPr>
            <a:spLocks noGrp="1"/>
          </p:cNvSpPr>
          <p:nvPr>
            <p:ph type="body" sz="quarter" idx="12" hasCustomPrompt="1"/>
          </p:nvPr>
        </p:nvSpPr>
        <p:spPr>
          <a:xfrm>
            <a:off x="360363" y="1080000"/>
            <a:ext cx="11471275" cy="360362"/>
          </a:xfrm>
        </p:spPr>
        <p:txBody>
          <a:bodyPr/>
          <a:lstStyle>
            <a:lvl1pPr marL="0" indent="0">
              <a:buNone/>
              <a:defRPr sz="2100"/>
            </a:lvl1pPr>
          </a:lstStyle>
          <a:p>
            <a:pPr lvl="0"/>
            <a:r>
              <a:rPr lang="en-US" noProof="0"/>
              <a:t>Subtitle</a:t>
            </a:r>
          </a:p>
        </p:txBody>
      </p:sp>
      <p:sp>
        <p:nvSpPr>
          <p:cNvPr id="3" name="Content Placeholder 2">
            <a:extLst>
              <a:ext uri="{FF2B5EF4-FFF2-40B4-BE49-F238E27FC236}">
                <a16:creationId xmlns:a16="http://schemas.microsoft.com/office/drawing/2014/main" id="{D69A7081-42C5-4F4E-8A26-E7788CCF4FE5}"/>
              </a:ext>
            </a:extLst>
          </p:cNvPr>
          <p:cNvSpPr>
            <a:spLocks noGrp="1"/>
          </p:cNvSpPr>
          <p:nvPr>
            <p:ph idx="1"/>
          </p:nvPr>
        </p:nvSpPr>
        <p:spPr>
          <a:xfrm>
            <a:off x="360000" y="1620000"/>
            <a:ext cx="11473200" cy="4500000"/>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Footer Placeholder 3">
            <a:extLst>
              <a:ext uri="{FF2B5EF4-FFF2-40B4-BE49-F238E27FC236}">
                <a16:creationId xmlns:a16="http://schemas.microsoft.com/office/drawing/2014/main" id="{9038FCAA-94B1-47BD-AD46-123D3404BBB2}"/>
              </a:ext>
            </a:extLst>
          </p:cNvPr>
          <p:cNvSpPr>
            <a:spLocks noGrp="1"/>
          </p:cNvSpPr>
          <p:nvPr>
            <p:ph type="ftr" sz="quarter" idx="13"/>
          </p:nvPr>
        </p:nvSpPr>
        <p:spPr/>
        <p:txBody>
          <a:bodyPr/>
          <a:lstStyle/>
          <a:p>
            <a:r>
              <a:rPr lang="en-US" noProof="0"/>
              <a:t>Add a footer</a:t>
            </a:r>
          </a:p>
        </p:txBody>
      </p:sp>
      <p:sp>
        <p:nvSpPr>
          <p:cNvPr id="5" name="Slide Number Placeholder 4">
            <a:extLst>
              <a:ext uri="{FF2B5EF4-FFF2-40B4-BE49-F238E27FC236}">
                <a16:creationId xmlns:a16="http://schemas.microsoft.com/office/drawing/2014/main" id="{81A11CEA-C130-40E5-A858-8D4FE6E58641}"/>
              </a:ext>
            </a:extLst>
          </p:cNvPr>
          <p:cNvSpPr>
            <a:spLocks noGrp="1"/>
          </p:cNvSpPr>
          <p:nvPr>
            <p:ph type="sldNum" sz="quarter" idx="14"/>
          </p:nvPr>
        </p:nvSpPr>
        <p:spPr/>
        <p:txBody>
          <a:bodyPr/>
          <a:lstStyle/>
          <a:p>
            <a:fld id="{058DB212-BFA2-403F-85EF-DFD3FF6D973A}" type="slidenum">
              <a:rPr lang="en-US" noProof="0" smtClean="0"/>
              <a:pPr/>
              <a:t>‹#›</a:t>
            </a:fld>
            <a:endParaRPr lang="en-US" noProof="0"/>
          </a:p>
        </p:txBody>
      </p:sp>
    </p:spTree>
    <p:extLst>
      <p:ext uri="{BB962C8B-B14F-4D97-AF65-F5344CB8AC3E}">
        <p14:creationId xmlns:p14="http://schemas.microsoft.com/office/powerpoint/2010/main" val="27087722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BF7CBC-CC93-4AB3-9D46-61075505816B}"/>
              </a:ext>
            </a:extLst>
          </p:cNvPr>
          <p:cNvSpPr>
            <a:spLocks noGrp="1"/>
          </p:cNvSpPr>
          <p:nvPr>
            <p:ph type="title"/>
          </p:nvPr>
        </p:nvSpPr>
        <p:spPr>
          <a:xfrm>
            <a:off x="360000" y="360000"/>
            <a:ext cx="11473200" cy="540000"/>
          </a:xfrm>
        </p:spPr>
        <p:txBody>
          <a:bodyPr/>
          <a:lstStyle/>
          <a:p>
            <a:r>
              <a:rPr lang="en-US" noProof="0"/>
              <a:t>Click to edit Master title style</a:t>
            </a:r>
          </a:p>
        </p:txBody>
      </p:sp>
      <p:sp>
        <p:nvSpPr>
          <p:cNvPr id="16" name="Subtitle">
            <a:extLst>
              <a:ext uri="{FF2B5EF4-FFF2-40B4-BE49-F238E27FC236}">
                <a16:creationId xmlns:a16="http://schemas.microsoft.com/office/drawing/2014/main" id="{152317FE-88B5-4D1F-AECF-DA69D6779BEA}"/>
              </a:ext>
            </a:extLst>
          </p:cNvPr>
          <p:cNvSpPr>
            <a:spLocks noGrp="1"/>
          </p:cNvSpPr>
          <p:nvPr>
            <p:ph type="body" sz="quarter" idx="12" hasCustomPrompt="1"/>
          </p:nvPr>
        </p:nvSpPr>
        <p:spPr>
          <a:xfrm>
            <a:off x="360363" y="1080000"/>
            <a:ext cx="11471275" cy="360362"/>
          </a:xfrm>
        </p:spPr>
        <p:txBody>
          <a:bodyPr/>
          <a:lstStyle>
            <a:lvl1pPr marL="0" indent="0">
              <a:buNone/>
              <a:defRPr sz="2100"/>
            </a:lvl1pPr>
          </a:lstStyle>
          <a:p>
            <a:pPr lvl="0"/>
            <a:r>
              <a:rPr lang="en-US" noProof="0"/>
              <a:t>Subtitle</a:t>
            </a:r>
          </a:p>
        </p:txBody>
      </p:sp>
      <p:sp>
        <p:nvSpPr>
          <p:cNvPr id="3" name="Left Col">
            <a:extLst>
              <a:ext uri="{FF2B5EF4-FFF2-40B4-BE49-F238E27FC236}">
                <a16:creationId xmlns:a16="http://schemas.microsoft.com/office/drawing/2014/main" id="{49529B8D-BAD9-4E6D-82F7-0275D8195AA9}"/>
              </a:ext>
            </a:extLst>
          </p:cNvPr>
          <p:cNvSpPr>
            <a:spLocks noGrp="1"/>
          </p:cNvSpPr>
          <p:nvPr>
            <p:ph sz="half" idx="1"/>
          </p:nvPr>
        </p:nvSpPr>
        <p:spPr>
          <a:xfrm>
            <a:off x="360000" y="1620000"/>
            <a:ext cx="5580000" cy="4500000"/>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Right Col">
            <a:extLst>
              <a:ext uri="{FF2B5EF4-FFF2-40B4-BE49-F238E27FC236}">
                <a16:creationId xmlns:a16="http://schemas.microsoft.com/office/drawing/2014/main" id="{0AAD114E-6BCC-4476-8E44-12E87D4675E2}"/>
              </a:ext>
            </a:extLst>
          </p:cNvPr>
          <p:cNvSpPr>
            <a:spLocks noGrp="1"/>
          </p:cNvSpPr>
          <p:nvPr>
            <p:ph sz="half" idx="2"/>
          </p:nvPr>
        </p:nvSpPr>
        <p:spPr>
          <a:xfrm>
            <a:off x="6253200" y="1620000"/>
            <a:ext cx="5580000" cy="4500000"/>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Footer Placeholder 4">
            <a:extLst>
              <a:ext uri="{FF2B5EF4-FFF2-40B4-BE49-F238E27FC236}">
                <a16:creationId xmlns:a16="http://schemas.microsoft.com/office/drawing/2014/main" id="{3CFF9123-1F0C-4BD2-8233-FEE5B2A46612}"/>
              </a:ext>
            </a:extLst>
          </p:cNvPr>
          <p:cNvSpPr>
            <a:spLocks noGrp="1"/>
          </p:cNvSpPr>
          <p:nvPr>
            <p:ph type="ftr" sz="quarter" idx="13"/>
          </p:nvPr>
        </p:nvSpPr>
        <p:spPr/>
        <p:txBody>
          <a:bodyPr/>
          <a:lstStyle/>
          <a:p>
            <a:r>
              <a:rPr lang="en-US" noProof="0"/>
              <a:t>Add a footer</a:t>
            </a:r>
          </a:p>
        </p:txBody>
      </p:sp>
      <p:sp>
        <p:nvSpPr>
          <p:cNvPr id="6" name="Slide Number Placeholder 5">
            <a:extLst>
              <a:ext uri="{FF2B5EF4-FFF2-40B4-BE49-F238E27FC236}">
                <a16:creationId xmlns:a16="http://schemas.microsoft.com/office/drawing/2014/main" id="{111E8981-59A6-4480-80A6-5619C2201789}"/>
              </a:ext>
            </a:extLst>
          </p:cNvPr>
          <p:cNvSpPr>
            <a:spLocks noGrp="1"/>
          </p:cNvSpPr>
          <p:nvPr>
            <p:ph type="sldNum" sz="quarter" idx="14"/>
          </p:nvPr>
        </p:nvSpPr>
        <p:spPr/>
        <p:txBody>
          <a:bodyPr/>
          <a:lstStyle/>
          <a:p>
            <a:fld id="{058DB212-BFA2-403F-85EF-DFD3FF6D973A}" type="slidenum">
              <a:rPr lang="en-US" noProof="0" smtClean="0"/>
              <a:pPr/>
              <a:t>‹#›</a:t>
            </a:fld>
            <a:endParaRPr lang="en-US" noProof="0"/>
          </a:p>
        </p:txBody>
      </p:sp>
    </p:spTree>
    <p:extLst>
      <p:ext uri="{BB962C8B-B14F-4D97-AF65-F5344CB8AC3E}">
        <p14:creationId xmlns:p14="http://schemas.microsoft.com/office/powerpoint/2010/main" val="13119239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s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9DDDF3-2E7E-4175-ACE9-B214DCE40C6E}"/>
              </a:ext>
            </a:extLst>
          </p:cNvPr>
          <p:cNvSpPr>
            <a:spLocks noGrp="1"/>
          </p:cNvSpPr>
          <p:nvPr>
            <p:ph type="title"/>
          </p:nvPr>
        </p:nvSpPr>
        <p:spPr/>
        <p:txBody>
          <a:bodyPr/>
          <a:lstStyle/>
          <a:p>
            <a:r>
              <a:rPr lang="en-US" noProof="0"/>
              <a:t>Click to edit Master title style</a:t>
            </a:r>
          </a:p>
        </p:txBody>
      </p:sp>
      <p:sp>
        <p:nvSpPr>
          <p:cNvPr id="8" name="Subtitle">
            <a:extLst>
              <a:ext uri="{FF2B5EF4-FFF2-40B4-BE49-F238E27FC236}">
                <a16:creationId xmlns:a16="http://schemas.microsoft.com/office/drawing/2014/main" id="{5302A3D4-CF60-41AF-924C-B30D3FD99751}"/>
              </a:ext>
            </a:extLst>
          </p:cNvPr>
          <p:cNvSpPr>
            <a:spLocks noGrp="1"/>
          </p:cNvSpPr>
          <p:nvPr>
            <p:ph type="body" sz="quarter" idx="12" hasCustomPrompt="1"/>
          </p:nvPr>
        </p:nvSpPr>
        <p:spPr>
          <a:xfrm>
            <a:off x="360363" y="1080000"/>
            <a:ext cx="11471275" cy="360362"/>
          </a:xfrm>
        </p:spPr>
        <p:txBody>
          <a:bodyPr/>
          <a:lstStyle>
            <a:lvl1pPr marL="0" indent="0">
              <a:buNone/>
              <a:defRPr sz="2100"/>
            </a:lvl1pPr>
          </a:lstStyle>
          <a:p>
            <a:pPr lvl="0"/>
            <a:r>
              <a:rPr lang="en-US" noProof="0"/>
              <a:t>Subtitle</a:t>
            </a:r>
          </a:p>
        </p:txBody>
      </p:sp>
      <p:sp>
        <p:nvSpPr>
          <p:cNvPr id="3" name="Footer Placeholder 2">
            <a:extLst>
              <a:ext uri="{FF2B5EF4-FFF2-40B4-BE49-F238E27FC236}">
                <a16:creationId xmlns:a16="http://schemas.microsoft.com/office/drawing/2014/main" id="{2E0E8FCF-8FC7-49D2-9516-7662294E35B7}"/>
              </a:ext>
            </a:extLst>
          </p:cNvPr>
          <p:cNvSpPr>
            <a:spLocks noGrp="1"/>
          </p:cNvSpPr>
          <p:nvPr>
            <p:ph type="ftr" sz="quarter" idx="13"/>
          </p:nvPr>
        </p:nvSpPr>
        <p:spPr/>
        <p:txBody>
          <a:bodyPr/>
          <a:lstStyle/>
          <a:p>
            <a:r>
              <a:rPr lang="en-US" noProof="0"/>
              <a:t>Add a footer</a:t>
            </a:r>
          </a:p>
        </p:txBody>
      </p:sp>
      <p:sp>
        <p:nvSpPr>
          <p:cNvPr id="4" name="Slide Number Placeholder 3">
            <a:extLst>
              <a:ext uri="{FF2B5EF4-FFF2-40B4-BE49-F238E27FC236}">
                <a16:creationId xmlns:a16="http://schemas.microsoft.com/office/drawing/2014/main" id="{216208B4-CFD5-4FAE-9519-74EFAC0B0368}"/>
              </a:ext>
            </a:extLst>
          </p:cNvPr>
          <p:cNvSpPr>
            <a:spLocks noGrp="1"/>
          </p:cNvSpPr>
          <p:nvPr>
            <p:ph type="sldNum" sz="quarter" idx="14"/>
          </p:nvPr>
        </p:nvSpPr>
        <p:spPr/>
        <p:txBody>
          <a:bodyPr/>
          <a:lstStyle/>
          <a:p>
            <a:fld id="{058DB212-BFA2-403F-85EF-DFD3FF6D973A}" type="slidenum">
              <a:rPr lang="en-US" noProof="0" smtClean="0"/>
              <a:pPr/>
              <a:t>‹#›</a:t>
            </a:fld>
            <a:endParaRPr lang="en-US" noProof="0"/>
          </a:p>
        </p:txBody>
      </p:sp>
    </p:spTree>
    <p:extLst>
      <p:ext uri="{BB962C8B-B14F-4D97-AF65-F5344CB8AC3E}">
        <p14:creationId xmlns:p14="http://schemas.microsoft.com/office/powerpoint/2010/main" val="2421223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AED074E-AB07-44D1-8B4E-189EAEF798D6}"/>
              </a:ext>
            </a:extLst>
          </p:cNvPr>
          <p:cNvSpPr>
            <a:spLocks noGrp="1"/>
          </p:cNvSpPr>
          <p:nvPr>
            <p:ph type="ftr" sz="quarter" idx="10"/>
          </p:nvPr>
        </p:nvSpPr>
        <p:spPr/>
        <p:txBody>
          <a:bodyPr/>
          <a:lstStyle/>
          <a:p>
            <a:r>
              <a:rPr lang="en-US" noProof="0"/>
              <a:t>Add a footer</a:t>
            </a:r>
          </a:p>
        </p:txBody>
      </p:sp>
      <p:sp>
        <p:nvSpPr>
          <p:cNvPr id="3" name="Slide Number Placeholder 2">
            <a:extLst>
              <a:ext uri="{FF2B5EF4-FFF2-40B4-BE49-F238E27FC236}">
                <a16:creationId xmlns:a16="http://schemas.microsoft.com/office/drawing/2014/main" id="{2801D44B-9877-40D1-B788-EE3BFD57C5AB}"/>
              </a:ext>
            </a:extLst>
          </p:cNvPr>
          <p:cNvSpPr>
            <a:spLocks noGrp="1"/>
          </p:cNvSpPr>
          <p:nvPr>
            <p:ph type="sldNum" sz="quarter" idx="11"/>
          </p:nvPr>
        </p:nvSpPr>
        <p:spPr/>
        <p:txBody>
          <a:bodyPr/>
          <a:lstStyle/>
          <a:p>
            <a:fld id="{058DB212-BFA2-403F-85EF-DFD3FF6D973A}" type="slidenum">
              <a:rPr lang="en-US" noProof="0" smtClean="0"/>
              <a:pPr/>
              <a:t>‹#›</a:t>
            </a:fld>
            <a:endParaRPr lang="en-US" noProof="0"/>
          </a:p>
        </p:txBody>
      </p:sp>
    </p:spTree>
    <p:extLst>
      <p:ext uri="{BB962C8B-B14F-4D97-AF65-F5344CB8AC3E}">
        <p14:creationId xmlns:p14="http://schemas.microsoft.com/office/powerpoint/2010/main" val="29466374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E99CE02-8616-40B2-85FF-B06E192752AB}"/>
              </a:ext>
            </a:extLst>
          </p:cNvPr>
          <p:cNvSpPr/>
          <p:nvPr userDrawn="1"/>
        </p:nvSpPr>
        <p:spPr>
          <a:xfrm>
            <a:off x="-9856" y="6678000"/>
            <a:ext cx="9405316" cy="144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FE3DF8E0-6324-45B7-8B0A-24383EF1B915}"/>
              </a:ext>
            </a:extLst>
          </p:cNvPr>
          <p:cNvSpPr/>
          <p:nvPr userDrawn="1"/>
        </p:nvSpPr>
        <p:spPr>
          <a:xfrm>
            <a:off x="7804351" y="6678000"/>
            <a:ext cx="3789833" cy="144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rIns="36000" bIns="0" rtlCol="0" anchor="b"/>
          <a:lstStyle/>
          <a:p>
            <a:pPr algn="r"/>
            <a:r>
              <a:rPr lang="en-US" sz="1000" noProof="1">
                <a:latin typeface="+mn-lt"/>
              </a:rPr>
              <a:t>Jens Martensson</a:t>
            </a:r>
          </a:p>
        </p:txBody>
      </p:sp>
      <p:sp>
        <p:nvSpPr>
          <p:cNvPr id="11" name="Rectangle 10">
            <a:extLst>
              <a:ext uri="{FF2B5EF4-FFF2-40B4-BE49-F238E27FC236}">
                <a16:creationId xmlns:a16="http://schemas.microsoft.com/office/drawing/2014/main" id="{1A9E718F-2F10-41F1-8E9F-18DD53EF065F}"/>
              </a:ext>
            </a:extLst>
          </p:cNvPr>
          <p:cNvSpPr/>
          <p:nvPr userDrawn="1"/>
        </p:nvSpPr>
        <p:spPr>
          <a:xfrm>
            <a:off x="-9856" y="6822000"/>
            <a:ext cx="12201856" cy="36000"/>
          </a:xfrm>
          <a:prstGeom prst="rect">
            <a:avLst/>
          </a:prstGeom>
          <a:gradFill>
            <a:gsLst>
              <a:gs pos="0">
                <a:schemeClr val="accent4"/>
              </a:gs>
              <a:gs pos="37000">
                <a:schemeClr val="bg1">
                  <a:lumMod val="85000"/>
                </a:schemeClr>
              </a:gs>
              <a:gs pos="100000">
                <a:schemeClr val="accent1"/>
              </a:gs>
              <a:gs pos="68000">
                <a:schemeClr val="tx1">
                  <a:lumMod val="85000"/>
                  <a:lumOff val="15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Placeholder 1">
            <a:extLst>
              <a:ext uri="{FF2B5EF4-FFF2-40B4-BE49-F238E27FC236}">
                <a16:creationId xmlns:a16="http://schemas.microsoft.com/office/drawing/2014/main" id="{331581A5-A75E-41FB-A68A-70BA1AB54B28}"/>
              </a:ext>
            </a:extLst>
          </p:cNvPr>
          <p:cNvSpPr>
            <a:spLocks noGrp="1"/>
          </p:cNvSpPr>
          <p:nvPr>
            <p:ph type="title"/>
          </p:nvPr>
        </p:nvSpPr>
        <p:spPr>
          <a:xfrm>
            <a:off x="360000" y="360000"/>
            <a:ext cx="11473200" cy="540000"/>
          </a:xfrm>
          <a:prstGeom prst="rect">
            <a:avLst/>
          </a:prstGeom>
        </p:spPr>
        <p:txBody>
          <a:bodyPr vert="horz" lIns="0" tIns="0" rIns="0" bIns="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6BA9B02-6E3D-4037-BE18-E02B786633E9}"/>
              </a:ext>
            </a:extLst>
          </p:cNvPr>
          <p:cNvSpPr>
            <a:spLocks noGrp="1"/>
          </p:cNvSpPr>
          <p:nvPr>
            <p:ph type="body" idx="1"/>
          </p:nvPr>
        </p:nvSpPr>
        <p:spPr>
          <a:xfrm>
            <a:off x="360000" y="1260000"/>
            <a:ext cx="11473200" cy="486000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A954C2B-6B0B-4286-BFA4-F6131386B0E3}"/>
              </a:ext>
            </a:extLst>
          </p:cNvPr>
          <p:cNvSpPr>
            <a:spLocks noGrp="1"/>
          </p:cNvSpPr>
          <p:nvPr>
            <p:ph type="ftr" sz="quarter" idx="3"/>
          </p:nvPr>
        </p:nvSpPr>
        <p:spPr>
          <a:xfrm>
            <a:off x="360000" y="6483329"/>
            <a:ext cx="2378438" cy="187367"/>
          </a:xfrm>
          <a:prstGeom prst="rect">
            <a:avLst/>
          </a:prstGeom>
          <a:gradFill>
            <a:gsLst>
              <a:gs pos="82000">
                <a:schemeClr val="bg1">
                  <a:lumMod val="95000"/>
                </a:schemeClr>
              </a:gs>
              <a:gs pos="100000">
                <a:schemeClr val="bg1">
                  <a:lumMod val="65000"/>
                </a:schemeClr>
              </a:gs>
            </a:gsLst>
            <a:lin ang="5400000" scaled="0"/>
          </a:gradFill>
        </p:spPr>
        <p:txBody>
          <a:bodyPr vert="horz" lIns="36000" tIns="0" rIns="0" bIns="0" rtlCol="0" anchor="ctr"/>
          <a:lstStyle>
            <a:lvl1pPr algn="l">
              <a:defRPr sz="1200">
                <a:solidFill>
                  <a:schemeClr val="tx1">
                    <a:lumMod val="75000"/>
                    <a:lumOff val="25000"/>
                  </a:schemeClr>
                </a:solidFill>
                <a:latin typeface="+mj-lt"/>
              </a:defRPr>
            </a:lvl1pPr>
          </a:lstStyle>
          <a:p>
            <a:r>
              <a:rPr lang="en-US"/>
              <a:t>Add a footer</a:t>
            </a:r>
            <a:endParaRPr lang="en-US" dirty="0"/>
          </a:p>
        </p:txBody>
      </p:sp>
      <p:sp>
        <p:nvSpPr>
          <p:cNvPr id="6" name="Slide Number Placeholder 5">
            <a:extLst>
              <a:ext uri="{FF2B5EF4-FFF2-40B4-BE49-F238E27FC236}">
                <a16:creationId xmlns:a16="http://schemas.microsoft.com/office/drawing/2014/main" id="{D245D258-5720-4517-B8DE-EB5AA5C4FAE1}"/>
              </a:ext>
            </a:extLst>
          </p:cNvPr>
          <p:cNvSpPr>
            <a:spLocks noGrp="1"/>
          </p:cNvSpPr>
          <p:nvPr>
            <p:ph type="sldNum" sz="quarter" idx="4"/>
          </p:nvPr>
        </p:nvSpPr>
        <p:spPr>
          <a:xfrm>
            <a:off x="11594400" y="6678000"/>
            <a:ext cx="597600" cy="144000"/>
          </a:xfrm>
          <a:prstGeom prst="rect">
            <a:avLst/>
          </a:prstGeom>
          <a:gradFill>
            <a:gsLst>
              <a:gs pos="0">
                <a:schemeClr val="accent2">
                  <a:lumMod val="75000"/>
                  <a:shade val="30000"/>
                  <a:satMod val="115000"/>
                </a:schemeClr>
              </a:gs>
              <a:gs pos="47000">
                <a:schemeClr val="accent2">
                  <a:lumMod val="75000"/>
                  <a:shade val="67500"/>
                  <a:satMod val="115000"/>
                </a:schemeClr>
              </a:gs>
              <a:gs pos="100000">
                <a:schemeClr val="accent1"/>
              </a:gs>
            </a:gsLst>
            <a:lin ang="10800000" scaled="0"/>
          </a:gradFill>
        </p:spPr>
        <p:txBody>
          <a:bodyPr vert="horz" lIns="0" tIns="0" rIns="72000" bIns="0" rtlCol="0" anchor="ctr"/>
          <a:lstStyle>
            <a:lvl1pPr algn="r">
              <a:defRPr sz="1200">
                <a:solidFill>
                  <a:schemeClr val="bg1"/>
                </a:solidFill>
                <a:latin typeface="+mj-lt"/>
              </a:defRPr>
            </a:lvl1pPr>
          </a:lstStyle>
          <a:p>
            <a:fld id="{058DB212-BFA2-403F-85EF-DFD3FF6D973A}" type="slidenum">
              <a:rPr lang="en-US" smtClean="0"/>
              <a:pPr/>
              <a:t>‹#›</a:t>
            </a:fld>
            <a:endParaRPr lang="en-US" dirty="0"/>
          </a:p>
        </p:txBody>
      </p:sp>
    </p:spTree>
    <p:extLst>
      <p:ext uri="{BB962C8B-B14F-4D97-AF65-F5344CB8AC3E}">
        <p14:creationId xmlns:p14="http://schemas.microsoft.com/office/powerpoint/2010/main" val="3117711249"/>
      </p:ext>
    </p:extLst>
  </p:cSld>
  <p:clrMap bg1="lt1" tx1="dk1" bg2="lt2" tx2="dk2" accent1="accent1" accent2="accent2" accent3="accent3" accent4="accent4" accent5="accent5" accent6="accent6" hlink="hlink" folHlink="folHlink"/>
  <p:sldLayoutIdLst>
    <p:sldLayoutId id="2147483649" r:id="rId1"/>
    <p:sldLayoutId id="2147483657" r:id="rId2"/>
    <p:sldLayoutId id="2147483658" r:id="rId3"/>
    <p:sldLayoutId id="2147483663" r:id="rId4"/>
    <p:sldLayoutId id="2147483656" r:id="rId5"/>
    <p:sldLayoutId id="2147483660" r:id="rId6"/>
    <p:sldLayoutId id="2147483661" r:id="rId7"/>
    <p:sldLayoutId id="2147483664" r:id="rId8"/>
    <p:sldLayoutId id="2147483650" r:id="rId9"/>
    <p:sldLayoutId id="2147483652" r:id="rId10"/>
    <p:sldLayoutId id="2147483654" r:id="rId11"/>
    <p:sldLayoutId id="2147483655" r:id="rId12"/>
  </p:sldLayoutIdLst>
  <p:hf hdr="0" ftr="0" dt="0"/>
  <p:txStyles>
    <p:titleStyle>
      <a:lvl1pPr algn="l" defTabSz="914400" rtl="0" eaLnBrk="1" latinLnBrk="0" hangingPunct="1">
        <a:lnSpc>
          <a:spcPct val="90000"/>
        </a:lnSpc>
        <a:spcBef>
          <a:spcPct val="0"/>
        </a:spcBef>
        <a:buNone/>
        <a:defRPr sz="3200" kern="1200">
          <a:solidFill>
            <a:schemeClr val="tx1">
              <a:lumMod val="75000"/>
              <a:lumOff val="25000"/>
            </a:schemeClr>
          </a:solidFill>
          <a:latin typeface="+mj-lt"/>
          <a:ea typeface="+mj-ea"/>
          <a:cs typeface="+mj-cs"/>
        </a:defRPr>
      </a:lvl1pPr>
    </p:titleStyle>
    <p:bodyStyle>
      <a:lvl1pPr marL="263525" indent="-263525" algn="l" defTabSz="914400" rtl="0" eaLnBrk="1" latinLnBrk="0" hangingPunct="1">
        <a:lnSpc>
          <a:spcPct val="90000"/>
        </a:lnSpc>
        <a:spcBef>
          <a:spcPts val="1000"/>
        </a:spcBef>
        <a:buFont typeface="Arial" panose="020B0604020202020204" pitchFamily="34" charset="0"/>
        <a:buChar char="•"/>
        <a:defRPr sz="1800" kern="1200">
          <a:solidFill>
            <a:schemeClr val="tx1">
              <a:lumMod val="75000"/>
              <a:lumOff val="25000"/>
            </a:schemeClr>
          </a:solidFill>
          <a:latin typeface="+mj-lt"/>
          <a:ea typeface="+mn-ea"/>
          <a:cs typeface="+mn-cs"/>
        </a:defRPr>
      </a:lvl1pPr>
      <a:lvl2pPr marL="536575" indent="-27305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j-lt"/>
          <a:ea typeface="+mn-ea"/>
          <a:cs typeface="+mn-cs"/>
        </a:defRPr>
      </a:lvl2pPr>
      <a:lvl3pPr marL="811213" indent="-274638"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j-lt"/>
          <a:ea typeface="+mn-ea"/>
          <a:cs typeface="+mn-cs"/>
        </a:defRPr>
      </a:lvl3pPr>
      <a:lvl4pPr marL="1074738" indent="-263525"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j-lt"/>
          <a:ea typeface="+mn-ea"/>
          <a:cs typeface="+mn-cs"/>
        </a:defRPr>
      </a:lvl4pPr>
      <a:lvl5pPr marL="1347788" indent="-27305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3" Type="http://schemas.openxmlformats.org/officeDocument/2006/relationships/hyperlink" Target="https://github.com/CASIA-IVA-Lab/FiLo/tree/main" TargetMode="External"/><Relationship Id="rId7" Type="http://schemas.openxmlformats.org/officeDocument/2006/relationships/hyperlink" Target="https://www.geeksforgeeks.org/" TargetMode="External"/><Relationship Id="rId2" Type="http://schemas.openxmlformats.org/officeDocument/2006/relationships/hyperlink" Target="https://paperswithcode.com/dataset/visa" TargetMode="External"/><Relationship Id="rId1" Type="http://schemas.openxmlformats.org/officeDocument/2006/relationships/slideLayout" Target="../slideLayouts/slideLayout11.xml"/><Relationship Id="rId6" Type="http://schemas.openxmlformats.org/officeDocument/2006/relationships/hyperlink" Target="https://paperswithcode.com/" TargetMode="External"/><Relationship Id="rId5" Type="http://schemas.openxmlformats.org/officeDocument/2006/relationships/hyperlink" Target="https://dl.acm.org/doi/10.1145/3664647.3680685" TargetMode="External"/><Relationship Id="rId4" Type="http://schemas.openxmlformats.org/officeDocument/2006/relationships/hyperlink" Target="https://arxiv.org/abs/2404.13671" TargetMode="External"/></Relationships>
</file>

<file path=ppt/slides/_rels/slide2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8.xml"/><Relationship Id="rId4" Type="http://schemas.openxmlformats.org/officeDocument/2006/relationships/image" Target="../media/image15.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6A2AC70-6697-4236-326C-6B08E469DD88}"/>
              </a:ext>
            </a:extLst>
          </p:cNvPr>
          <p:cNvSpPr>
            <a:spLocks noGrp="1"/>
          </p:cNvSpPr>
          <p:nvPr>
            <p:ph type="sldNum" sz="quarter" idx="11"/>
          </p:nvPr>
        </p:nvSpPr>
        <p:spPr/>
        <p:txBody>
          <a:bodyPr/>
          <a:lstStyle/>
          <a:p>
            <a:fld id="{058DB212-BFA2-403F-85EF-DFD3FF6D973A}" type="slidenum">
              <a:rPr lang="en-US" noProof="0" smtClean="0"/>
              <a:pPr/>
              <a:t>1</a:t>
            </a:fld>
            <a:endParaRPr lang="en-US" noProof="0"/>
          </a:p>
        </p:txBody>
      </p:sp>
      <p:sp>
        <p:nvSpPr>
          <p:cNvPr id="3" name="Subtitle 2">
            <a:extLst>
              <a:ext uri="{FF2B5EF4-FFF2-40B4-BE49-F238E27FC236}">
                <a16:creationId xmlns:a16="http://schemas.microsoft.com/office/drawing/2014/main" id="{66D1FE0A-82AA-1E96-03E3-D42BEC4A9418}"/>
              </a:ext>
            </a:extLst>
          </p:cNvPr>
          <p:cNvSpPr txBox="1">
            <a:spLocks/>
          </p:cNvSpPr>
          <p:nvPr/>
        </p:nvSpPr>
        <p:spPr>
          <a:xfrm>
            <a:off x="306590" y="4152501"/>
            <a:ext cx="5039359" cy="2493856"/>
          </a:xfrm>
          <a:prstGeom prst="rect">
            <a:avLst/>
          </a:prstGeom>
        </p:spPr>
        <p:txBody>
          <a:bodyPr>
            <a:noAutofit/>
          </a:bodyPr>
          <a:lstStyle>
            <a:lvl1pPr marL="263525" indent="-263525" algn="l" defTabSz="914400" rtl="0" eaLnBrk="1" latinLnBrk="0" hangingPunct="1">
              <a:lnSpc>
                <a:spcPct val="90000"/>
              </a:lnSpc>
              <a:spcBef>
                <a:spcPts val="1000"/>
              </a:spcBef>
              <a:buFont typeface="Arial" panose="020B0604020202020204" pitchFamily="34" charset="0"/>
              <a:buChar char="•"/>
              <a:defRPr sz="1800" kern="1200">
                <a:solidFill>
                  <a:schemeClr val="tx1">
                    <a:lumMod val="75000"/>
                    <a:lumOff val="25000"/>
                  </a:schemeClr>
                </a:solidFill>
                <a:latin typeface="+mj-lt"/>
                <a:ea typeface="+mn-ea"/>
                <a:cs typeface="+mn-cs"/>
              </a:defRPr>
            </a:lvl1pPr>
            <a:lvl2pPr marL="536575" indent="-27305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j-lt"/>
                <a:ea typeface="+mn-ea"/>
                <a:cs typeface="+mn-cs"/>
              </a:defRPr>
            </a:lvl2pPr>
            <a:lvl3pPr marL="811213" indent="-274638"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j-lt"/>
                <a:ea typeface="+mn-ea"/>
                <a:cs typeface="+mn-cs"/>
              </a:defRPr>
            </a:lvl3pPr>
            <a:lvl4pPr marL="1074738" indent="-263525"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j-lt"/>
                <a:ea typeface="+mn-ea"/>
                <a:cs typeface="+mn-cs"/>
              </a:defRPr>
            </a:lvl4pPr>
            <a:lvl5pPr marL="1347788" indent="-27305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b="1" dirty="0">
                <a:latin typeface="Arial" panose="020B0604020202020204" pitchFamily="34" charset="0"/>
                <a:cs typeface="Arial" panose="020B0604020202020204" pitchFamily="34" charset="0"/>
              </a:rPr>
              <a:t>Presentation  By </a:t>
            </a:r>
          </a:p>
          <a:p>
            <a:r>
              <a:rPr lang="en-US" dirty="0" err="1">
                <a:latin typeface="Arial" panose="020B0604020202020204" pitchFamily="34" charset="0"/>
                <a:cs typeface="Arial" panose="020B0604020202020204" pitchFamily="34" charset="0"/>
              </a:rPr>
              <a:t>A.Viswa</a:t>
            </a:r>
            <a:r>
              <a:rPr lang="en-US" dirty="0">
                <a:latin typeface="Arial" panose="020B0604020202020204" pitchFamily="34" charset="0"/>
                <a:cs typeface="Arial" panose="020B0604020202020204" pitchFamily="34" charset="0"/>
              </a:rPr>
              <a:t> Bhaskar</a:t>
            </a:r>
          </a:p>
          <a:p>
            <a:r>
              <a:rPr lang="en-US" dirty="0">
                <a:latin typeface="Arial" panose="020B0604020202020204" pitchFamily="34" charset="0"/>
                <a:cs typeface="Arial" panose="020B0604020202020204" pitchFamily="34" charset="0"/>
              </a:rPr>
              <a:t>Abhijeet</a:t>
            </a:r>
          </a:p>
          <a:p>
            <a:r>
              <a:rPr lang="en-US" dirty="0">
                <a:latin typeface="Arial" panose="020B0604020202020204" pitchFamily="34" charset="0"/>
                <a:cs typeface="Arial" panose="020B0604020202020204" pitchFamily="34" charset="0"/>
              </a:rPr>
              <a:t>N. Anvitha</a:t>
            </a:r>
          </a:p>
        </p:txBody>
      </p:sp>
      <p:pic>
        <p:nvPicPr>
          <p:cNvPr id="4" name="Picture 3">
            <a:extLst>
              <a:ext uri="{FF2B5EF4-FFF2-40B4-BE49-F238E27FC236}">
                <a16:creationId xmlns:a16="http://schemas.microsoft.com/office/drawing/2014/main" id="{A4D726D6-688E-E947-566D-184DF880F53A}"/>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tretch>
            <a:fillRect/>
          </a:stretch>
        </p:blipFill>
        <p:spPr>
          <a:xfrm>
            <a:off x="161759" y="211643"/>
            <a:ext cx="2299339" cy="2230000"/>
          </a:xfrm>
          <a:prstGeom prst="rect">
            <a:avLst/>
          </a:prstGeom>
        </p:spPr>
      </p:pic>
      <p:sp>
        <p:nvSpPr>
          <p:cNvPr id="5" name="TextBox 4">
            <a:extLst>
              <a:ext uri="{FF2B5EF4-FFF2-40B4-BE49-F238E27FC236}">
                <a16:creationId xmlns:a16="http://schemas.microsoft.com/office/drawing/2014/main" id="{8A1B7C40-D8B6-6B35-F443-4BB46F3E571F}"/>
              </a:ext>
            </a:extLst>
          </p:cNvPr>
          <p:cNvSpPr txBox="1"/>
          <p:nvPr/>
        </p:nvSpPr>
        <p:spPr>
          <a:xfrm>
            <a:off x="2922156" y="2466075"/>
            <a:ext cx="7087988" cy="830997"/>
          </a:xfrm>
          <a:prstGeom prst="rect">
            <a:avLst/>
          </a:prstGeom>
          <a:noFill/>
        </p:spPr>
        <p:txBody>
          <a:bodyPr wrap="square">
            <a:spAutoFit/>
          </a:bodyPr>
          <a:lstStyle/>
          <a:p>
            <a:pPr marL="0" indent="0" algn="ctr">
              <a:buNone/>
            </a:pPr>
            <a:r>
              <a:rPr lang="en-US" sz="4800" dirty="0">
                <a:solidFill>
                  <a:schemeClr val="tx1"/>
                </a:solidFill>
              </a:rPr>
              <a:t>ANOMALY DETECTION</a:t>
            </a:r>
            <a:endParaRPr lang="en-IN"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6" name="Rectangle 5">
            <a:extLst>
              <a:ext uri="{FF2B5EF4-FFF2-40B4-BE49-F238E27FC236}">
                <a16:creationId xmlns:a16="http://schemas.microsoft.com/office/drawing/2014/main" id="{F022BD29-48E0-7FEB-3F8C-AD1774FE953F}"/>
              </a:ext>
            </a:extLst>
          </p:cNvPr>
          <p:cNvSpPr/>
          <p:nvPr/>
        </p:nvSpPr>
        <p:spPr>
          <a:xfrm>
            <a:off x="2826269" y="321084"/>
            <a:ext cx="7799187" cy="1531188"/>
          </a:xfrm>
          <a:prstGeom prst="rect">
            <a:avLst/>
          </a:prstGeom>
        </p:spPr>
        <p:txBody>
          <a:bodyPr wrap="square">
            <a:spAutoFit/>
          </a:bodyPr>
          <a:lstStyle/>
          <a:p>
            <a:pPr algn="ctr"/>
            <a:endParaRPr lang="en-GB" sz="1350" b="1" dirty="0">
              <a:latin typeface="Calibri" panose="020F0502020204030204" pitchFamily="34" charset="0"/>
            </a:endParaRPr>
          </a:p>
          <a:p>
            <a:pPr algn="ctr"/>
            <a:r>
              <a:rPr lang="hi-IN" sz="2000" b="1" dirty="0">
                <a:latin typeface="Times New Roman" panose="02020603050405020304" pitchFamily="18" charset="0"/>
              </a:rPr>
              <a:t>राष्ट्रीय प्रौद्योगिकी संस्थान आंध्र प्रदेश </a:t>
            </a:r>
            <a:endParaRPr lang="hi-IN" sz="2000" dirty="0">
              <a:latin typeface="Times New Roman" panose="02020603050405020304" pitchFamily="18" charset="0"/>
            </a:endParaRPr>
          </a:p>
          <a:p>
            <a:pPr algn="ctr"/>
            <a:r>
              <a:rPr lang="en-US" sz="2000" b="1" dirty="0">
                <a:latin typeface="Times New Roman" panose="02020603050405020304" pitchFamily="18" charset="0"/>
                <a:cs typeface="Times New Roman" panose="02020603050405020304" pitchFamily="18" charset="0"/>
              </a:rPr>
              <a:t>NATIONAL INSTITUTE OF TECHNOLOGY ANDHRA PRADESH </a:t>
            </a:r>
            <a:endParaRPr lang="en-US" sz="2000" dirty="0">
              <a:latin typeface="Times New Roman" panose="02020603050405020304" pitchFamily="18" charset="0"/>
              <a:cs typeface="Times New Roman" panose="02020603050405020304" pitchFamily="18" charset="0"/>
            </a:endParaRPr>
          </a:p>
          <a:p>
            <a:pPr algn="ctr"/>
            <a:r>
              <a:rPr lang="en-US" sz="2000" dirty="0">
                <a:latin typeface="Times New Roman" panose="02020603050405020304" pitchFamily="18" charset="0"/>
                <a:cs typeface="Times New Roman" panose="02020603050405020304" pitchFamily="18" charset="0"/>
              </a:rPr>
              <a:t>Near National Highway No. 16, </a:t>
            </a:r>
            <a:r>
              <a:rPr lang="en-US" sz="2000" dirty="0" err="1">
                <a:latin typeface="Times New Roman" panose="02020603050405020304" pitchFamily="18" charset="0"/>
                <a:cs typeface="Times New Roman" panose="02020603050405020304" pitchFamily="18" charset="0"/>
              </a:rPr>
              <a:t>Kondruprolu</a:t>
            </a:r>
            <a:r>
              <a:rPr lang="en-US" sz="2000" dirty="0">
                <a:latin typeface="Times New Roman" panose="02020603050405020304" pitchFamily="18" charset="0"/>
                <a:cs typeface="Times New Roman" panose="02020603050405020304" pitchFamily="18" charset="0"/>
              </a:rPr>
              <a:t>, Tadepalligudem-534101 </a:t>
            </a:r>
          </a:p>
          <a:p>
            <a:pPr algn="ctr"/>
            <a:r>
              <a:rPr lang="en-US" sz="2000" dirty="0">
                <a:latin typeface="Times New Roman" panose="02020603050405020304" pitchFamily="18" charset="0"/>
                <a:cs typeface="Times New Roman" panose="02020603050405020304" pitchFamily="18" charset="0"/>
              </a:rPr>
              <a:t>West Godavari District, Andhra Pradesh - India</a:t>
            </a:r>
          </a:p>
        </p:txBody>
      </p:sp>
      <p:sp>
        <p:nvSpPr>
          <p:cNvPr id="7" name="TextBox 6">
            <a:extLst>
              <a:ext uri="{FF2B5EF4-FFF2-40B4-BE49-F238E27FC236}">
                <a16:creationId xmlns:a16="http://schemas.microsoft.com/office/drawing/2014/main" id="{CA05AA87-3BEE-60D7-1A95-39503B695463}"/>
              </a:ext>
            </a:extLst>
          </p:cNvPr>
          <p:cNvSpPr txBox="1"/>
          <p:nvPr/>
        </p:nvSpPr>
        <p:spPr>
          <a:xfrm>
            <a:off x="8204196" y="5352830"/>
            <a:ext cx="3056373" cy="707886"/>
          </a:xfrm>
          <a:prstGeom prst="rect">
            <a:avLst/>
          </a:prstGeom>
          <a:noFill/>
        </p:spPr>
        <p:txBody>
          <a:bodyPr wrap="square" rtlCol="0">
            <a:spAutoFit/>
          </a:bodyPr>
          <a:lstStyle/>
          <a:p>
            <a:r>
              <a:rPr lang="en-US" sz="2000" b="1" dirty="0">
                <a:latin typeface="Bookman Old Style" panose="02050604050505020204" pitchFamily="18" charset="0"/>
              </a:rPr>
              <a:t>SUPERVISOR</a:t>
            </a:r>
            <a:r>
              <a:rPr lang="en-US" b="1" dirty="0">
                <a:latin typeface="Bookman Old Style" panose="02050604050505020204" pitchFamily="18" charset="0"/>
              </a:rPr>
              <a:t>: </a:t>
            </a:r>
          </a:p>
          <a:p>
            <a:r>
              <a:rPr lang="en-US" sz="2000" b="1" dirty="0">
                <a:latin typeface="Bookman Old Style" panose="02050604050505020204" pitchFamily="18" charset="0"/>
              </a:rPr>
              <a:t>Mrs. Sameera D </a:t>
            </a:r>
            <a:endParaRPr lang="en-IN" sz="2000" b="1" dirty="0">
              <a:latin typeface="Bookman Old Style" panose="02050604050505020204" pitchFamily="18" charset="0"/>
            </a:endParaRPr>
          </a:p>
        </p:txBody>
      </p:sp>
      <p:sp>
        <p:nvSpPr>
          <p:cNvPr id="8" name="TextBox 7">
            <a:extLst>
              <a:ext uri="{FF2B5EF4-FFF2-40B4-BE49-F238E27FC236}">
                <a16:creationId xmlns:a16="http://schemas.microsoft.com/office/drawing/2014/main" id="{51FC8ED8-A50E-A63F-40AA-0749EA29CBE5}"/>
              </a:ext>
            </a:extLst>
          </p:cNvPr>
          <p:cNvSpPr txBox="1"/>
          <p:nvPr/>
        </p:nvSpPr>
        <p:spPr>
          <a:xfrm>
            <a:off x="7787636" y="4064011"/>
            <a:ext cx="3472933" cy="1200329"/>
          </a:xfrm>
          <a:prstGeom prst="rect">
            <a:avLst/>
          </a:prstGeom>
          <a:noFill/>
        </p:spPr>
        <p:txBody>
          <a:bodyPr wrap="square" rtlCol="0">
            <a:spAutoFit/>
          </a:bodyPr>
          <a:lstStyle/>
          <a:p>
            <a:pPr algn="ctr"/>
            <a:r>
              <a:rPr lang="en-US" sz="1800" b="1" dirty="0">
                <a:latin typeface="Bookman Old Style" panose="02050604050505020204" pitchFamily="18" charset="0"/>
              </a:rPr>
              <a:t>Dept. of Computer Science and  Engineering                              </a:t>
            </a:r>
          </a:p>
          <a:p>
            <a:pPr algn="ctr"/>
            <a:r>
              <a:rPr lang="en-US" sz="1800" b="1" dirty="0">
                <a:latin typeface="Bookman Old Style" panose="02050604050505020204" pitchFamily="18" charset="0"/>
              </a:rPr>
              <a:t>II</a:t>
            </a:r>
            <a:r>
              <a:rPr lang="en-US" b="1" dirty="0">
                <a:latin typeface="Bookman Old Style" panose="02050604050505020204" pitchFamily="18" charset="0"/>
              </a:rPr>
              <a:t>I</a:t>
            </a:r>
            <a:r>
              <a:rPr lang="en-US" sz="1800" b="1" dirty="0">
                <a:latin typeface="Bookman Old Style" panose="02050604050505020204" pitchFamily="18" charset="0"/>
              </a:rPr>
              <a:t> Year</a:t>
            </a:r>
            <a:endParaRPr lang="en-US" sz="1800" b="1" cap="none" dirty="0">
              <a:latin typeface="Bookman Old Style" panose="02050604050505020204" pitchFamily="18" charset="0"/>
            </a:endParaRPr>
          </a:p>
          <a:p>
            <a:endParaRPr lang="en-IN" dirty="0"/>
          </a:p>
        </p:txBody>
      </p:sp>
    </p:spTree>
    <p:extLst>
      <p:ext uri="{BB962C8B-B14F-4D97-AF65-F5344CB8AC3E}">
        <p14:creationId xmlns:p14="http://schemas.microsoft.com/office/powerpoint/2010/main" val="19901208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65A836F-346F-4099-BC7B-0D8F3B27F395}"/>
              </a:ext>
            </a:extLst>
          </p:cNvPr>
          <p:cNvSpPr>
            <a:spLocks noGrp="1"/>
          </p:cNvSpPr>
          <p:nvPr>
            <p:ph type="ctrTitle"/>
          </p:nvPr>
        </p:nvSpPr>
        <p:spPr>
          <a:xfrm>
            <a:off x="1135211" y="1470074"/>
            <a:ext cx="4835832" cy="1547813"/>
          </a:xfrm>
        </p:spPr>
        <p:txBody>
          <a:bodyPr/>
          <a:lstStyle/>
          <a:p>
            <a:r>
              <a:rPr lang="en-US" dirty="0">
                <a:solidFill>
                  <a:schemeClr val="tx1"/>
                </a:solidFill>
              </a:rPr>
              <a:t>Anomaly Detection </a:t>
            </a:r>
          </a:p>
        </p:txBody>
      </p:sp>
      <p:sp>
        <p:nvSpPr>
          <p:cNvPr id="5" name="Subtitle 4">
            <a:extLst>
              <a:ext uri="{FF2B5EF4-FFF2-40B4-BE49-F238E27FC236}">
                <a16:creationId xmlns:a16="http://schemas.microsoft.com/office/drawing/2014/main" id="{1FF39718-6251-4A5A-AAC7-767229317836}"/>
              </a:ext>
            </a:extLst>
          </p:cNvPr>
          <p:cNvSpPr>
            <a:spLocks noGrp="1"/>
          </p:cNvSpPr>
          <p:nvPr>
            <p:ph type="subTitle" idx="1"/>
          </p:nvPr>
        </p:nvSpPr>
        <p:spPr>
          <a:xfrm>
            <a:off x="1135213" y="3485923"/>
            <a:ext cx="4960787" cy="708382"/>
          </a:xfrm>
        </p:spPr>
        <p:txBody>
          <a:bodyPr/>
          <a:lstStyle/>
          <a:p>
            <a:r>
              <a:rPr lang="en-US" sz="1800" dirty="0" err="1">
                <a:solidFill>
                  <a:schemeClr val="tx1"/>
                </a:solidFill>
              </a:rPr>
              <a:t>FiLo</a:t>
            </a:r>
            <a:r>
              <a:rPr lang="en-US" sz="1800" dirty="0">
                <a:solidFill>
                  <a:schemeClr val="tx1"/>
                </a:solidFill>
              </a:rPr>
              <a:t>: Zero-Shot Anomaly Detection by Fine-Grained Description</a:t>
            </a:r>
            <a:endParaRPr lang="en-US" sz="1800" noProof="1">
              <a:solidFill>
                <a:schemeClr val="tx1"/>
              </a:solidFill>
            </a:endParaRPr>
          </a:p>
        </p:txBody>
      </p:sp>
      <p:cxnSp>
        <p:nvCxnSpPr>
          <p:cNvPr id="22" name="Straight Connector 21">
            <a:extLst>
              <a:ext uri="{FF2B5EF4-FFF2-40B4-BE49-F238E27FC236}">
                <a16:creationId xmlns:a16="http://schemas.microsoft.com/office/drawing/2014/main" id="{1B17638D-56AE-48AD-96C8-EE46229C744C}"/>
              </a:ext>
              <a:ext uri="{C183D7F6-B498-43B3-948B-1728B52AA6E4}">
                <adec:decorative xmlns:adec="http://schemas.microsoft.com/office/drawing/2017/decorative" val="1"/>
              </a:ext>
            </a:extLst>
          </p:cNvPr>
          <p:cNvCxnSpPr/>
          <p:nvPr/>
        </p:nvCxnSpPr>
        <p:spPr>
          <a:xfrm>
            <a:off x="7755190" y="1115000"/>
            <a:ext cx="0" cy="4093388"/>
          </a:xfrm>
          <a:prstGeom prst="line">
            <a:avLst/>
          </a:prstGeom>
          <a:ln w="63500" cap="rnd">
            <a:solidFill>
              <a:schemeClr val="accent4"/>
            </a:solidFill>
          </a:ln>
        </p:spPr>
        <p:style>
          <a:lnRef idx="1">
            <a:schemeClr val="accent1"/>
          </a:lnRef>
          <a:fillRef idx="0">
            <a:schemeClr val="accent1"/>
          </a:fillRef>
          <a:effectRef idx="0">
            <a:schemeClr val="accent1"/>
          </a:effectRef>
          <a:fontRef idx="minor">
            <a:schemeClr val="tx1"/>
          </a:fontRef>
        </p:style>
      </p:cxnSp>
      <p:sp>
        <p:nvSpPr>
          <p:cNvPr id="11" name="Graphic 8" descr="space radar outline">
            <a:extLst>
              <a:ext uri="{FF2B5EF4-FFF2-40B4-BE49-F238E27FC236}">
                <a16:creationId xmlns:a16="http://schemas.microsoft.com/office/drawing/2014/main" id="{52C1AEF9-C750-45F9-AD02-5447187F5716}"/>
              </a:ext>
            </a:extLst>
          </p:cNvPr>
          <p:cNvSpPr/>
          <p:nvPr/>
        </p:nvSpPr>
        <p:spPr>
          <a:xfrm rot="16731500">
            <a:off x="10654807" y="4433342"/>
            <a:ext cx="238125" cy="238125"/>
          </a:xfrm>
          <a:custGeom>
            <a:avLst/>
            <a:gdLst>
              <a:gd name="connsiteX0" fmla="*/ 145256 w 238125"/>
              <a:gd name="connsiteY0" fmla="*/ 159538 h 238125"/>
              <a:gd name="connsiteX1" fmla="*/ 150019 w 238125"/>
              <a:gd name="connsiteY1" fmla="*/ 154775 h 238125"/>
              <a:gd name="connsiteX2" fmla="*/ 150019 w 238125"/>
              <a:gd name="connsiteY2" fmla="*/ 145250 h 238125"/>
              <a:gd name="connsiteX3" fmla="*/ 145256 w 238125"/>
              <a:gd name="connsiteY3" fmla="*/ 140488 h 238125"/>
              <a:gd name="connsiteX4" fmla="*/ 140494 w 238125"/>
              <a:gd name="connsiteY4" fmla="*/ 145250 h 238125"/>
              <a:gd name="connsiteX5" fmla="*/ 140494 w 238125"/>
              <a:gd name="connsiteY5" fmla="*/ 154775 h 238125"/>
              <a:gd name="connsiteX6" fmla="*/ 145256 w 238125"/>
              <a:gd name="connsiteY6" fmla="*/ 159538 h 238125"/>
              <a:gd name="connsiteX7" fmla="*/ 234353 w 238125"/>
              <a:gd name="connsiteY7" fmla="*/ 122828 h 238125"/>
              <a:gd name="connsiteX8" fmla="*/ 196253 w 238125"/>
              <a:gd name="connsiteY8" fmla="*/ 84728 h 238125"/>
              <a:gd name="connsiteX9" fmla="*/ 192881 w 238125"/>
              <a:gd name="connsiteY9" fmla="*/ 83338 h 238125"/>
              <a:gd name="connsiteX10" fmla="*/ 97631 w 238125"/>
              <a:gd name="connsiteY10" fmla="*/ 83338 h 238125"/>
              <a:gd name="connsiteX11" fmla="*/ 93231 w 238125"/>
              <a:gd name="connsiteY11" fmla="*/ 86281 h 238125"/>
              <a:gd name="connsiteX12" fmla="*/ 94259 w 238125"/>
              <a:gd name="connsiteY12" fmla="*/ 91472 h 238125"/>
              <a:gd name="connsiteX13" fmla="*/ 114700 w 238125"/>
              <a:gd name="connsiteY13" fmla="*/ 111913 h 238125"/>
              <a:gd name="connsiteX14" fmla="*/ 73819 w 238125"/>
              <a:gd name="connsiteY14" fmla="*/ 111913 h 238125"/>
              <a:gd name="connsiteX15" fmla="*/ 73819 w 238125"/>
              <a:gd name="connsiteY15" fmla="*/ 45238 h 238125"/>
              <a:gd name="connsiteX16" fmla="*/ 88106 w 238125"/>
              <a:gd name="connsiteY16" fmla="*/ 45238 h 238125"/>
              <a:gd name="connsiteX17" fmla="*/ 92869 w 238125"/>
              <a:gd name="connsiteY17" fmla="*/ 40475 h 238125"/>
              <a:gd name="connsiteX18" fmla="*/ 92869 w 238125"/>
              <a:gd name="connsiteY18" fmla="*/ 21425 h 238125"/>
              <a:gd name="connsiteX19" fmla="*/ 88887 w 238125"/>
              <a:gd name="connsiteY19" fmla="*/ 16729 h 238125"/>
              <a:gd name="connsiteX20" fmla="*/ 31737 w 238125"/>
              <a:gd name="connsiteY20" fmla="*/ 7204 h 238125"/>
              <a:gd name="connsiteX21" fmla="*/ 27880 w 238125"/>
              <a:gd name="connsiteY21" fmla="*/ 8271 h 238125"/>
              <a:gd name="connsiteX22" fmla="*/ 26194 w 238125"/>
              <a:gd name="connsiteY22" fmla="*/ 11900 h 238125"/>
              <a:gd name="connsiteX23" fmla="*/ 26194 w 238125"/>
              <a:gd name="connsiteY23" fmla="*/ 40475 h 238125"/>
              <a:gd name="connsiteX24" fmla="*/ 30956 w 238125"/>
              <a:gd name="connsiteY24" fmla="*/ 45238 h 238125"/>
              <a:gd name="connsiteX25" fmla="*/ 64294 w 238125"/>
              <a:gd name="connsiteY25" fmla="*/ 45238 h 238125"/>
              <a:gd name="connsiteX26" fmla="*/ 64294 w 238125"/>
              <a:gd name="connsiteY26" fmla="*/ 111913 h 238125"/>
              <a:gd name="connsiteX27" fmla="*/ 40481 w 238125"/>
              <a:gd name="connsiteY27" fmla="*/ 111913 h 238125"/>
              <a:gd name="connsiteX28" fmla="*/ 26194 w 238125"/>
              <a:gd name="connsiteY28" fmla="*/ 126200 h 238125"/>
              <a:gd name="connsiteX29" fmla="*/ 26194 w 238125"/>
              <a:gd name="connsiteY29" fmla="*/ 164300 h 238125"/>
              <a:gd name="connsiteX30" fmla="*/ 40481 w 238125"/>
              <a:gd name="connsiteY30" fmla="*/ 178588 h 238125"/>
              <a:gd name="connsiteX31" fmla="*/ 76610 w 238125"/>
              <a:gd name="connsiteY31" fmla="*/ 178588 h 238125"/>
              <a:gd name="connsiteX32" fmla="*/ 52769 w 238125"/>
              <a:gd name="connsiteY32" fmla="*/ 202429 h 238125"/>
              <a:gd name="connsiteX33" fmla="*/ 30956 w 238125"/>
              <a:gd name="connsiteY33" fmla="*/ 188113 h 238125"/>
              <a:gd name="connsiteX34" fmla="*/ 7144 w 238125"/>
              <a:gd name="connsiteY34" fmla="*/ 211925 h 238125"/>
              <a:gd name="connsiteX35" fmla="*/ 30956 w 238125"/>
              <a:gd name="connsiteY35" fmla="*/ 235738 h 238125"/>
              <a:gd name="connsiteX36" fmla="*/ 54550 w 238125"/>
              <a:gd name="connsiteY36" fmla="*/ 214116 h 238125"/>
              <a:gd name="connsiteX37" fmla="*/ 90078 w 238125"/>
              <a:gd name="connsiteY37" fmla="*/ 178588 h 238125"/>
              <a:gd name="connsiteX38" fmla="*/ 111919 w 238125"/>
              <a:gd name="connsiteY38" fmla="*/ 178588 h 238125"/>
              <a:gd name="connsiteX39" fmla="*/ 111919 w 238125"/>
              <a:gd name="connsiteY39" fmla="*/ 188598 h 238125"/>
              <a:gd name="connsiteX40" fmla="*/ 92869 w 238125"/>
              <a:gd name="connsiteY40" fmla="*/ 211925 h 238125"/>
              <a:gd name="connsiteX41" fmla="*/ 116681 w 238125"/>
              <a:gd name="connsiteY41" fmla="*/ 235738 h 238125"/>
              <a:gd name="connsiteX42" fmla="*/ 140494 w 238125"/>
              <a:gd name="connsiteY42" fmla="*/ 211925 h 238125"/>
              <a:gd name="connsiteX43" fmla="*/ 121444 w 238125"/>
              <a:gd name="connsiteY43" fmla="*/ 188598 h 238125"/>
              <a:gd name="connsiteX44" fmla="*/ 121444 w 238125"/>
              <a:gd name="connsiteY44" fmla="*/ 178588 h 238125"/>
              <a:gd name="connsiteX45" fmla="*/ 143275 w 238125"/>
              <a:gd name="connsiteY45" fmla="*/ 178588 h 238125"/>
              <a:gd name="connsiteX46" fmla="*/ 178813 w 238125"/>
              <a:gd name="connsiteY46" fmla="*/ 214125 h 238125"/>
              <a:gd name="connsiteX47" fmla="*/ 202406 w 238125"/>
              <a:gd name="connsiteY47" fmla="*/ 235738 h 238125"/>
              <a:gd name="connsiteX48" fmla="*/ 226219 w 238125"/>
              <a:gd name="connsiteY48" fmla="*/ 211925 h 238125"/>
              <a:gd name="connsiteX49" fmla="*/ 202406 w 238125"/>
              <a:gd name="connsiteY49" fmla="*/ 188113 h 238125"/>
              <a:gd name="connsiteX50" fmla="*/ 180594 w 238125"/>
              <a:gd name="connsiteY50" fmla="*/ 202438 h 238125"/>
              <a:gd name="connsiteX51" fmla="*/ 156743 w 238125"/>
              <a:gd name="connsiteY51" fmla="*/ 178588 h 238125"/>
              <a:gd name="connsiteX52" fmla="*/ 192881 w 238125"/>
              <a:gd name="connsiteY52" fmla="*/ 178588 h 238125"/>
              <a:gd name="connsiteX53" fmla="*/ 207169 w 238125"/>
              <a:gd name="connsiteY53" fmla="*/ 164300 h 238125"/>
              <a:gd name="connsiteX54" fmla="*/ 207169 w 238125"/>
              <a:gd name="connsiteY54" fmla="*/ 130963 h 238125"/>
              <a:gd name="connsiteX55" fmla="*/ 230981 w 238125"/>
              <a:gd name="connsiteY55" fmla="*/ 130963 h 238125"/>
              <a:gd name="connsiteX56" fmla="*/ 235382 w 238125"/>
              <a:gd name="connsiteY56" fmla="*/ 128019 h 238125"/>
              <a:gd name="connsiteX57" fmla="*/ 234353 w 238125"/>
              <a:gd name="connsiteY57" fmla="*/ 122828 h 238125"/>
              <a:gd name="connsiteX58" fmla="*/ 45244 w 238125"/>
              <a:gd name="connsiteY58" fmla="*/ 211935 h 238125"/>
              <a:gd name="connsiteX59" fmla="*/ 30956 w 238125"/>
              <a:gd name="connsiteY59" fmla="*/ 226213 h 238125"/>
              <a:gd name="connsiteX60" fmla="*/ 16669 w 238125"/>
              <a:gd name="connsiteY60" fmla="*/ 211925 h 238125"/>
              <a:gd name="connsiteX61" fmla="*/ 30956 w 238125"/>
              <a:gd name="connsiteY61" fmla="*/ 197638 h 238125"/>
              <a:gd name="connsiteX62" fmla="*/ 45244 w 238125"/>
              <a:gd name="connsiteY62" fmla="*/ 211925 h 238125"/>
              <a:gd name="connsiteX63" fmla="*/ 45244 w 238125"/>
              <a:gd name="connsiteY63" fmla="*/ 211935 h 238125"/>
              <a:gd name="connsiteX64" fmla="*/ 202406 w 238125"/>
              <a:gd name="connsiteY64" fmla="*/ 197638 h 238125"/>
              <a:gd name="connsiteX65" fmla="*/ 216694 w 238125"/>
              <a:gd name="connsiteY65" fmla="*/ 211925 h 238125"/>
              <a:gd name="connsiteX66" fmla="*/ 202406 w 238125"/>
              <a:gd name="connsiteY66" fmla="*/ 226213 h 238125"/>
              <a:gd name="connsiteX67" fmla="*/ 188119 w 238125"/>
              <a:gd name="connsiteY67" fmla="*/ 211925 h 238125"/>
              <a:gd name="connsiteX68" fmla="*/ 202406 w 238125"/>
              <a:gd name="connsiteY68" fmla="*/ 197638 h 238125"/>
              <a:gd name="connsiteX69" fmla="*/ 109128 w 238125"/>
              <a:gd name="connsiteY69" fmla="*/ 92863 h 238125"/>
              <a:gd name="connsiteX70" fmla="*/ 143275 w 238125"/>
              <a:gd name="connsiteY70" fmla="*/ 92863 h 238125"/>
              <a:gd name="connsiteX71" fmla="*/ 171850 w 238125"/>
              <a:gd name="connsiteY71" fmla="*/ 121438 h 238125"/>
              <a:gd name="connsiteX72" fmla="*/ 137703 w 238125"/>
              <a:gd name="connsiteY72" fmla="*/ 121438 h 238125"/>
              <a:gd name="connsiteX73" fmla="*/ 109128 w 238125"/>
              <a:gd name="connsiteY73" fmla="*/ 92863 h 238125"/>
              <a:gd name="connsiteX74" fmla="*/ 35719 w 238125"/>
              <a:gd name="connsiteY74" fmla="*/ 35713 h 238125"/>
              <a:gd name="connsiteX75" fmla="*/ 35719 w 238125"/>
              <a:gd name="connsiteY75" fmla="*/ 17520 h 238125"/>
              <a:gd name="connsiteX76" fmla="*/ 83344 w 238125"/>
              <a:gd name="connsiteY76" fmla="*/ 25454 h 238125"/>
              <a:gd name="connsiteX77" fmla="*/ 83344 w 238125"/>
              <a:gd name="connsiteY77" fmla="*/ 35713 h 238125"/>
              <a:gd name="connsiteX78" fmla="*/ 35719 w 238125"/>
              <a:gd name="connsiteY78" fmla="*/ 35713 h 238125"/>
              <a:gd name="connsiteX79" fmla="*/ 130969 w 238125"/>
              <a:gd name="connsiteY79" fmla="*/ 211925 h 238125"/>
              <a:gd name="connsiteX80" fmla="*/ 116681 w 238125"/>
              <a:gd name="connsiteY80" fmla="*/ 226213 h 238125"/>
              <a:gd name="connsiteX81" fmla="*/ 102394 w 238125"/>
              <a:gd name="connsiteY81" fmla="*/ 211925 h 238125"/>
              <a:gd name="connsiteX82" fmla="*/ 116681 w 238125"/>
              <a:gd name="connsiteY82" fmla="*/ 197638 h 238125"/>
              <a:gd name="connsiteX83" fmla="*/ 130969 w 238125"/>
              <a:gd name="connsiteY83" fmla="*/ 211925 h 238125"/>
              <a:gd name="connsiteX84" fmla="*/ 197644 w 238125"/>
              <a:gd name="connsiteY84" fmla="*/ 164300 h 238125"/>
              <a:gd name="connsiteX85" fmla="*/ 192881 w 238125"/>
              <a:gd name="connsiteY85" fmla="*/ 169063 h 238125"/>
              <a:gd name="connsiteX86" fmla="*/ 40481 w 238125"/>
              <a:gd name="connsiteY86" fmla="*/ 169063 h 238125"/>
              <a:gd name="connsiteX87" fmla="*/ 35719 w 238125"/>
              <a:gd name="connsiteY87" fmla="*/ 164300 h 238125"/>
              <a:gd name="connsiteX88" fmla="*/ 35719 w 238125"/>
              <a:gd name="connsiteY88" fmla="*/ 126200 h 238125"/>
              <a:gd name="connsiteX89" fmla="*/ 40481 w 238125"/>
              <a:gd name="connsiteY89" fmla="*/ 121438 h 238125"/>
              <a:gd name="connsiteX90" fmla="*/ 124225 w 238125"/>
              <a:gd name="connsiteY90" fmla="*/ 121438 h 238125"/>
              <a:gd name="connsiteX91" fmla="*/ 132359 w 238125"/>
              <a:gd name="connsiteY91" fmla="*/ 129572 h 238125"/>
              <a:gd name="connsiteX92" fmla="*/ 135731 w 238125"/>
              <a:gd name="connsiteY92" fmla="*/ 130963 h 238125"/>
              <a:gd name="connsiteX93" fmla="*/ 197644 w 238125"/>
              <a:gd name="connsiteY93" fmla="*/ 130963 h 238125"/>
              <a:gd name="connsiteX94" fmla="*/ 197644 w 238125"/>
              <a:gd name="connsiteY94" fmla="*/ 164300 h 238125"/>
              <a:gd name="connsiteX95" fmla="*/ 185318 w 238125"/>
              <a:gd name="connsiteY95" fmla="*/ 121438 h 238125"/>
              <a:gd name="connsiteX96" fmla="*/ 156743 w 238125"/>
              <a:gd name="connsiteY96" fmla="*/ 92863 h 238125"/>
              <a:gd name="connsiteX97" fmla="*/ 190910 w 238125"/>
              <a:gd name="connsiteY97" fmla="*/ 92863 h 238125"/>
              <a:gd name="connsiteX98" fmla="*/ 219485 w 238125"/>
              <a:gd name="connsiteY98" fmla="*/ 121438 h 238125"/>
              <a:gd name="connsiteX99" fmla="*/ 185318 w 238125"/>
              <a:gd name="connsiteY99" fmla="*/ 121438 h 238125"/>
              <a:gd name="connsiteX100" fmla="*/ 164306 w 238125"/>
              <a:gd name="connsiteY100" fmla="*/ 159538 h 238125"/>
              <a:gd name="connsiteX101" fmla="*/ 169069 w 238125"/>
              <a:gd name="connsiteY101" fmla="*/ 154775 h 238125"/>
              <a:gd name="connsiteX102" fmla="*/ 169069 w 238125"/>
              <a:gd name="connsiteY102" fmla="*/ 145250 h 238125"/>
              <a:gd name="connsiteX103" fmla="*/ 164306 w 238125"/>
              <a:gd name="connsiteY103" fmla="*/ 140488 h 238125"/>
              <a:gd name="connsiteX104" fmla="*/ 159544 w 238125"/>
              <a:gd name="connsiteY104" fmla="*/ 145250 h 238125"/>
              <a:gd name="connsiteX105" fmla="*/ 159544 w 238125"/>
              <a:gd name="connsiteY105" fmla="*/ 154775 h 238125"/>
              <a:gd name="connsiteX106" fmla="*/ 164306 w 238125"/>
              <a:gd name="connsiteY106" fmla="*/ 159538 h 238125"/>
              <a:gd name="connsiteX107" fmla="*/ 78581 w 238125"/>
              <a:gd name="connsiteY107" fmla="*/ 130963 h 238125"/>
              <a:gd name="connsiteX108" fmla="*/ 50006 w 238125"/>
              <a:gd name="connsiteY108" fmla="*/ 130963 h 238125"/>
              <a:gd name="connsiteX109" fmla="*/ 45244 w 238125"/>
              <a:gd name="connsiteY109" fmla="*/ 135725 h 238125"/>
              <a:gd name="connsiteX110" fmla="*/ 45244 w 238125"/>
              <a:gd name="connsiteY110" fmla="*/ 154775 h 238125"/>
              <a:gd name="connsiteX111" fmla="*/ 50006 w 238125"/>
              <a:gd name="connsiteY111" fmla="*/ 159538 h 238125"/>
              <a:gd name="connsiteX112" fmla="*/ 78581 w 238125"/>
              <a:gd name="connsiteY112" fmla="*/ 159538 h 238125"/>
              <a:gd name="connsiteX113" fmla="*/ 83344 w 238125"/>
              <a:gd name="connsiteY113" fmla="*/ 154775 h 238125"/>
              <a:gd name="connsiteX114" fmla="*/ 83344 w 238125"/>
              <a:gd name="connsiteY114" fmla="*/ 135725 h 238125"/>
              <a:gd name="connsiteX115" fmla="*/ 78581 w 238125"/>
              <a:gd name="connsiteY115" fmla="*/ 130963 h 238125"/>
              <a:gd name="connsiteX116" fmla="*/ 73819 w 238125"/>
              <a:gd name="connsiteY116" fmla="*/ 150013 h 238125"/>
              <a:gd name="connsiteX117" fmla="*/ 54769 w 238125"/>
              <a:gd name="connsiteY117" fmla="*/ 150013 h 238125"/>
              <a:gd name="connsiteX118" fmla="*/ 54769 w 238125"/>
              <a:gd name="connsiteY118" fmla="*/ 140488 h 238125"/>
              <a:gd name="connsiteX119" fmla="*/ 73819 w 238125"/>
              <a:gd name="connsiteY119" fmla="*/ 140488 h 238125"/>
              <a:gd name="connsiteX120" fmla="*/ 73819 w 238125"/>
              <a:gd name="connsiteY120" fmla="*/ 150013 h 238125"/>
              <a:gd name="connsiteX121" fmla="*/ 183356 w 238125"/>
              <a:gd name="connsiteY121" fmla="*/ 159538 h 238125"/>
              <a:gd name="connsiteX122" fmla="*/ 188119 w 238125"/>
              <a:gd name="connsiteY122" fmla="*/ 154775 h 238125"/>
              <a:gd name="connsiteX123" fmla="*/ 188119 w 238125"/>
              <a:gd name="connsiteY123" fmla="*/ 145250 h 238125"/>
              <a:gd name="connsiteX124" fmla="*/ 183356 w 238125"/>
              <a:gd name="connsiteY124" fmla="*/ 140488 h 238125"/>
              <a:gd name="connsiteX125" fmla="*/ 178594 w 238125"/>
              <a:gd name="connsiteY125" fmla="*/ 145250 h 238125"/>
              <a:gd name="connsiteX126" fmla="*/ 178594 w 238125"/>
              <a:gd name="connsiteY126" fmla="*/ 154775 h 238125"/>
              <a:gd name="connsiteX127" fmla="*/ 183356 w 238125"/>
              <a:gd name="connsiteY127" fmla="*/ 159538 h 238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Lst>
            <a:rect l="l" t="t" r="r" b="b"/>
            <a:pathLst>
              <a:path w="238125" h="238125">
                <a:moveTo>
                  <a:pt x="145256" y="159538"/>
                </a:moveTo>
                <a:cubicBezTo>
                  <a:pt x="147885" y="159538"/>
                  <a:pt x="150019" y="157404"/>
                  <a:pt x="150019" y="154775"/>
                </a:cubicBezTo>
                <a:lnTo>
                  <a:pt x="150019" y="145250"/>
                </a:lnTo>
                <a:cubicBezTo>
                  <a:pt x="150019" y="142621"/>
                  <a:pt x="147885" y="140488"/>
                  <a:pt x="145256" y="140488"/>
                </a:cubicBezTo>
                <a:cubicBezTo>
                  <a:pt x="142627" y="140488"/>
                  <a:pt x="140494" y="142621"/>
                  <a:pt x="140494" y="145250"/>
                </a:cubicBezTo>
                <a:lnTo>
                  <a:pt x="140494" y="154775"/>
                </a:lnTo>
                <a:cubicBezTo>
                  <a:pt x="140494" y="157404"/>
                  <a:pt x="142627" y="159538"/>
                  <a:pt x="145256" y="159538"/>
                </a:cubicBezTo>
                <a:close/>
                <a:moveTo>
                  <a:pt x="234353" y="122828"/>
                </a:moveTo>
                <a:lnTo>
                  <a:pt x="196253" y="84728"/>
                </a:lnTo>
                <a:cubicBezTo>
                  <a:pt x="195358" y="83842"/>
                  <a:pt x="194148" y="83338"/>
                  <a:pt x="192881" y="83338"/>
                </a:cubicBezTo>
                <a:lnTo>
                  <a:pt x="97631" y="83338"/>
                </a:lnTo>
                <a:cubicBezTo>
                  <a:pt x="95707" y="83338"/>
                  <a:pt x="93964" y="84500"/>
                  <a:pt x="93231" y="86281"/>
                </a:cubicBezTo>
                <a:cubicBezTo>
                  <a:pt x="92488" y="88062"/>
                  <a:pt x="92897" y="90110"/>
                  <a:pt x="94259" y="91472"/>
                </a:cubicBezTo>
                <a:lnTo>
                  <a:pt x="114700" y="111913"/>
                </a:lnTo>
                <a:lnTo>
                  <a:pt x="73819" y="111913"/>
                </a:lnTo>
                <a:lnTo>
                  <a:pt x="73819" y="45238"/>
                </a:lnTo>
                <a:lnTo>
                  <a:pt x="88106" y="45238"/>
                </a:lnTo>
                <a:cubicBezTo>
                  <a:pt x="90735" y="45238"/>
                  <a:pt x="92869" y="43104"/>
                  <a:pt x="92869" y="40475"/>
                </a:cubicBezTo>
                <a:lnTo>
                  <a:pt x="92869" y="21425"/>
                </a:lnTo>
                <a:cubicBezTo>
                  <a:pt x="92869" y="19101"/>
                  <a:pt x="91183" y="17110"/>
                  <a:pt x="88887" y="16729"/>
                </a:cubicBezTo>
                <a:lnTo>
                  <a:pt x="31737" y="7204"/>
                </a:lnTo>
                <a:cubicBezTo>
                  <a:pt x="30375" y="6985"/>
                  <a:pt x="28946" y="7366"/>
                  <a:pt x="27880" y="8271"/>
                </a:cubicBezTo>
                <a:cubicBezTo>
                  <a:pt x="26803" y="9166"/>
                  <a:pt x="26194" y="10500"/>
                  <a:pt x="26194" y="11900"/>
                </a:cubicBezTo>
                <a:lnTo>
                  <a:pt x="26194" y="40475"/>
                </a:lnTo>
                <a:cubicBezTo>
                  <a:pt x="26194" y="43104"/>
                  <a:pt x="28327" y="45238"/>
                  <a:pt x="30956" y="45238"/>
                </a:cubicBezTo>
                <a:lnTo>
                  <a:pt x="64294" y="45238"/>
                </a:lnTo>
                <a:lnTo>
                  <a:pt x="64294" y="111913"/>
                </a:lnTo>
                <a:lnTo>
                  <a:pt x="40481" y="111913"/>
                </a:lnTo>
                <a:cubicBezTo>
                  <a:pt x="32604" y="111913"/>
                  <a:pt x="26194" y="118323"/>
                  <a:pt x="26194" y="126200"/>
                </a:cubicBezTo>
                <a:lnTo>
                  <a:pt x="26194" y="164300"/>
                </a:lnTo>
                <a:cubicBezTo>
                  <a:pt x="26194" y="172177"/>
                  <a:pt x="32604" y="178588"/>
                  <a:pt x="40481" y="178588"/>
                </a:cubicBezTo>
                <a:lnTo>
                  <a:pt x="76610" y="178588"/>
                </a:lnTo>
                <a:lnTo>
                  <a:pt x="52769" y="202429"/>
                </a:lnTo>
                <a:cubicBezTo>
                  <a:pt x="49082" y="194018"/>
                  <a:pt x="40700" y="188113"/>
                  <a:pt x="30956" y="188113"/>
                </a:cubicBezTo>
                <a:cubicBezTo>
                  <a:pt x="17831" y="188113"/>
                  <a:pt x="7144" y="198800"/>
                  <a:pt x="7144" y="211925"/>
                </a:cubicBezTo>
                <a:cubicBezTo>
                  <a:pt x="7144" y="225050"/>
                  <a:pt x="17831" y="235738"/>
                  <a:pt x="30956" y="235738"/>
                </a:cubicBezTo>
                <a:cubicBezTo>
                  <a:pt x="43329" y="235738"/>
                  <a:pt x="53416" y="226203"/>
                  <a:pt x="54550" y="214116"/>
                </a:cubicBezTo>
                <a:lnTo>
                  <a:pt x="90078" y="178588"/>
                </a:lnTo>
                <a:lnTo>
                  <a:pt x="111919" y="178588"/>
                </a:lnTo>
                <a:lnTo>
                  <a:pt x="111919" y="188598"/>
                </a:lnTo>
                <a:cubicBezTo>
                  <a:pt x="101060" y="190808"/>
                  <a:pt x="92869" y="200428"/>
                  <a:pt x="92869" y="211925"/>
                </a:cubicBezTo>
                <a:cubicBezTo>
                  <a:pt x="92869" y="225050"/>
                  <a:pt x="103556" y="235738"/>
                  <a:pt x="116681" y="235738"/>
                </a:cubicBezTo>
                <a:cubicBezTo>
                  <a:pt x="129807" y="235738"/>
                  <a:pt x="140494" y="225050"/>
                  <a:pt x="140494" y="211925"/>
                </a:cubicBezTo>
                <a:cubicBezTo>
                  <a:pt x="140494" y="200428"/>
                  <a:pt x="132293" y="190808"/>
                  <a:pt x="121444" y="188598"/>
                </a:cubicBezTo>
                <a:lnTo>
                  <a:pt x="121444" y="178588"/>
                </a:lnTo>
                <a:lnTo>
                  <a:pt x="143275" y="178588"/>
                </a:lnTo>
                <a:lnTo>
                  <a:pt x="178813" y="214125"/>
                </a:lnTo>
                <a:cubicBezTo>
                  <a:pt x="179946" y="226203"/>
                  <a:pt x="190033" y="235738"/>
                  <a:pt x="202406" y="235738"/>
                </a:cubicBezTo>
                <a:cubicBezTo>
                  <a:pt x="215532" y="235738"/>
                  <a:pt x="226219" y="225050"/>
                  <a:pt x="226219" y="211925"/>
                </a:cubicBezTo>
                <a:cubicBezTo>
                  <a:pt x="226219" y="198800"/>
                  <a:pt x="215532" y="188113"/>
                  <a:pt x="202406" y="188113"/>
                </a:cubicBezTo>
                <a:cubicBezTo>
                  <a:pt x="192653" y="188113"/>
                  <a:pt x="184271" y="194028"/>
                  <a:pt x="180594" y="202438"/>
                </a:cubicBezTo>
                <a:lnTo>
                  <a:pt x="156743" y="178588"/>
                </a:lnTo>
                <a:lnTo>
                  <a:pt x="192881" y="178588"/>
                </a:lnTo>
                <a:cubicBezTo>
                  <a:pt x="200758" y="178588"/>
                  <a:pt x="207169" y="172177"/>
                  <a:pt x="207169" y="164300"/>
                </a:cubicBezTo>
                <a:lnTo>
                  <a:pt x="207169" y="130963"/>
                </a:lnTo>
                <a:lnTo>
                  <a:pt x="230981" y="130963"/>
                </a:lnTo>
                <a:cubicBezTo>
                  <a:pt x="232905" y="130963"/>
                  <a:pt x="234648" y="129800"/>
                  <a:pt x="235382" y="128019"/>
                </a:cubicBezTo>
                <a:cubicBezTo>
                  <a:pt x="236125" y="126238"/>
                  <a:pt x="235715" y="124190"/>
                  <a:pt x="234353" y="122828"/>
                </a:cubicBezTo>
                <a:close/>
                <a:moveTo>
                  <a:pt x="45244" y="211935"/>
                </a:moveTo>
                <a:cubicBezTo>
                  <a:pt x="45234" y="219802"/>
                  <a:pt x="38824" y="226213"/>
                  <a:pt x="30956" y="226213"/>
                </a:cubicBezTo>
                <a:cubicBezTo>
                  <a:pt x="23079" y="226213"/>
                  <a:pt x="16669" y="219802"/>
                  <a:pt x="16669" y="211925"/>
                </a:cubicBezTo>
                <a:cubicBezTo>
                  <a:pt x="16669" y="204048"/>
                  <a:pt x="23079" y="197638"/>
                  <a:pt x="30956" y="197638"/>
                </a:cubicBezTo>
                <a:cubicBezTo>
                  <a:pt x="38833" y="197638"/>
                  <a:pt x="45244" y="204048"/>
                  <a:pt x="45244" y="211925"/>
                </a:cubicBezTo>
                <a:cubicBezTo>
                  <a:pt x="45244" y="211925"/>
                  <a:pt x="45244" y="211925"/>
                  <a:pt x="45244" y="211935"/>
                </a:cubicBezTo>
                <a:close/>
                <a:moveTo>
                  <a:pt x="202406" y="197638"/>
                </a:moveTo>
                <a:cubicBezTo>
                  <a:pt x="210283" y="197638"/>
                  <a:pt x="216694" y="204048"/>
                  <a:pt x="216694" y="211925"/>
                </a:cubicBezTo>
                <a:cubicBezTo>
                  <a:pt x="216694" y="219802"/>
                  <a:pt x="210283" y="226213"/>
                  <a:pt x="202406" y="226213"/>
                </a:cubicBezTo>
                <a:cubicBezTo>
                  <a:pt x="194529" y="226213"/>
                  <a:pt x="188119" y="219802"/>
                  <a:pt x="188119" y="211925"/>
                </a:cubicBezTo>
                <a:cubicBezTo>
                  <a:pt x="188119" y="204048"/>
                  <a:pt x="194529" y="197638"/>
                  <a:pt x="202406" y="197638"/>
                </a:cubicBezTo>
                <a:close/>
                <a:moveTo>
                  <a:pt x="109128" y="92863"/>
                </a:moveTo>
                <a:lnTo>
                  <a:pt x="143275" y="92863"/>
                </a:lnTo>
                <a:lnTo>
                  <a:pt x="171850" y="121438"/>
                </a:lnTo>
                <a:lnTo>
                  <a:pt x="137703" y="121438"/>
                </a:lnTo>
                <a:lnTo>
                  <a:pt x="109128" y="92863"/>
                </a:lnTo>
                <a:close/>
                <a:moveTo>
                  <a:pt x="35719" y="35713"/>
                </a:moveTo>
                <a:lnTo>
                  <a:pt x="35719" y="17520"/>
                </a:lnTo>
                <a:lnTo>
                  <a:pt x="83344" y="25454"/>
                </a:lnTo>
                <a:lnTo>
                  <a:pt x="83344" y="35713"/>
                </a:lnTo>
                <a:lnTo>
                  <a:pt x="35719" y="35713"/>
                </a:lnTo>
                <a:close/>
                <a:moveTo>
                  <a:pt x="130969" y="211925"/>
                </a:moveTo>
                <a:cubicBezTo>
                  <a:pt x="130969" y="219802"/>
                  <a:pt x="124558" y="226213"/>
                  <a:pt x="116681" y="226213"/>
                </a:cubicBezTo>
                <a:cubicBezTo>
                  <a:pt x="108804" y="226213"/>
                  <a:pt x="102394" y="219802"/>
                  <a:pt x="102394" y="211925"/>
                </a:cubicBezTo>
                <a:cubicBezTo>
                  <a:pt x="102394" y="204048"/>
                  <a:pt x="108804" y="197638"/>
                  <a:pt x="116681" y="197638"/>
                </a:cubicBezTo>
                <a:cubicBezTo>
                  <a:pt x="124558" y="197638"/>
                  <a:pt x="130969" y="204048"/>
                  <a:pt x="130969" y="211925"/>
                </a:cubicBezTo>
                <a:close/>
                <a:moveTo>
                  <a:pt x="197644" y="164300"/>
                </a:moveTo>
                <a:cubicBezTo>
                  <a:pt x="197644" y="166929"/>
                  <a:pt x="195510" y="169063"/>
                  <a:pt x="192881" y="169063"/>
                </a:cubicBezTo>
                <a:lnTo>
                  <a:pt x="40481" y="169063"/>
                </a:lnTo>
                <a:cubicBezTo>
                  <a:pt x="37852" y="169063"/>
                  <a:pt x="35719" y="166929"/>
                  <a:pt x="35719" y="164300"/>
                </a:cubicBezTo>
                <a:lnTo>
                  <a:pt x="35719" y="126200"/>
                </a:lnTo>
                <a:cubicBezTo>
                  <a:pt x="35719" y="123571"/>
                  <a:pt x="37852" y="121438"/>
                  <a:pt x="40481" y="121438"/>
                </a:cubicBezTo>
                <a:lnTo>
                  <a:pt x="124225" y="121438"/>
                </a:lnTo>
                <a:lnTo>
                  <a:pt x="132359" y="129572"/>
                </a:lnTo>
                <a:cubicBezTo>
                  <a:pt x="133255" y="130458"/>
                  <a:pt x="134464" y="130963"/>
                  <a:pt x="135731" y="130963"/>
                </a:cubicBezTo>
                <a:lnTo>
                  <a:pt x="197644" y="130963"/>
                </a:lnTo>
                <a:lnTo>
                  <a:pt x="197644" y="164300"/>
                </a:lnTo>
                <a:close/>
                <a:moveTo>
                  <a:pt x="185318" y="121438"/>
                </a:moveTo>
                <a:lnTo>
                  <a:pt x="156743" y="92863"/>
                </a:lnTo>
                <a:lnTo>
                  <a:pt x="190910" y="92863"/>
                </a:lnTo>
                <a:lnTo>
                  <a:pt x="219485" y="121438"/>
                </a:lnTo>
                <a:lnTo>
                  <a:pt x="185318" y="121438"/>
                </a:lnTo>
                <a:close/>
                <a:moveTo>
                  <a:pt x="164306" y="159538"/>
                </a:moveTo>
                <a:cubicBezTo>
                  <a:pt x="166935" y="159538"/>
                  <a:pt x="169069" y="157404"/>
                  <a:pt x="169069" y="154775"/>
                </a:cubicBezTo>
                <a:lnTo>
                  <a:pt x="169069" y="145250"/>
                </a:lnTo>
                <a:cubicBezTo>
                  <a:pt x="169069" y="142621"/>
                  <a:pt x="166935" y="140488"/>
                  <a:pt x="164306" y="140488"/>
                </a:cubicBezTo>
                <a:cubicBezTo>
                  <a:pt x="161677" y="140488"/>
                  <a:pt x="159544" y="142621"/>
                  <a:pt x="159544" y="145250"/>
                </a:cubicBezTo>
                <a:lnTo>
                  <a:pt x="159544" y="154775"/>
                </a:lnTo>
                <a:cubicBezTo>
                  <a:pt x="159544" y="157404"/>
                  <a:pt x="161677" y="159538"/>
                  <a:pt x="164306" y="159538"/>
                </a:cubicBezTo>
                <a:close/>
                <a:moveTo>
                  <a:pt x="78581" y="130963"/>
                </a:moveTo>
                <a:lnTo>
                  <a:pt x="50006" y="130963"/>
                </a:lnTo>
                <a:cubicBezTo>
                  <a:pt x="47377" y="130963"/>
                  <a:pt x="45244" y="133096"/>
                  <a:pt x="45244" y="135725"/>
                </a:cubicBezTo>
                <a:lnTo>
                  <a:pt x="45244" y="154775"/>
                </a:lnTo>
                <a:cubicBezTo>
                  <a:pt x="45244" y="157404"/>
                  <a:pt x="47377" y="159538"/>
                  <a:pt x="50006" y="159538"/>
                </a:cubicBezTo>
                <a:lnTo>
                  <a:pt x="78581" y="159538"/>
                </a:lnTo>
                <a:cubicBezTo>
                  <a:pt x="81210" y="159538"/>
                  <a:pt x="83344" y="157404"/>
                  <a:pt x="83344" y="154775"/>
                </a:cubicBezTo>
                <a:lnTo>
                  <a:pt x="83344" y="135725"/>
                </a:lnTo>
                <a:cubicBezTo>
                  <a:pt x="83344" y="133096"/>
                  <a:pt x="81210" y="130963"/>
                  <a:pt x="78581" y="130963"/>
                </a:cubicBezTo>
                <a:close/>
                <a:moveTo>
                  <a:pt x="73819" y="150013"/>
                </a:moveTo>
                <a:lnTo>
                  <a:pt x="54769" y="150013"/>
                </a:lnTo>
                <a:lnTo>
                  <a:pt x="54769" y="140488"/>
                </a:lnTo>
                <a:lnTo>
                  <a:pt x="73819" y="140488"/>
                </a:lnTo>
                <a:lnTo>
                  <a:pt x="73819" y="150013"/>
                </a:lnTo>
                <a:close/>
                <a:moveTo>
                  <a:pt x="183356" y="159538"/>
                </a:moveTo>
                <a:cubicBezTo>
                  <a:pt x="185985" y="159538"/>
                  <a:pt x="188119" y="157404"/>
                  <a:pt x="188119" y="154775"/>
                </a:cubicBezTo>
                <a:lnTo>
                  <a:pt x="188119" y="145250"/>
                </a:lnTo>
                <a:cubicBezTo>
                  <a:pt x="188119" y="142621"/>
                  <a:pt x="185985" y="140488"/>
                  <a:pt x="183356" y="140488"/>
                </a:cubicBezTo>
                <a:cubicBezTo>
                  <a:pt x="180727" y="140488"/>
                  <a:pt x="178594" y="142621"/>
                  <a:pt x="178594" y="145250"/>
                </a:cubicBezTo>
                <a:lnTo>
                  <a:pt x="178594" y="154775"/>
                </a:lnTo>
                <a:cubicBezTo>
                  <a:pt x="178594" y="157404"/>
                  <a:pt x="180727" y="159538"/>
                  <a:pt x="183356" y="159538"/>
                </a:cubicBezTo>
                <a:close/>
              </a:path>
            </a:pathLst>
          </a:custGeom>
          <a:solidFill>
            <a:schemeClr val="bg1"/>
          </a:solidFill>
          <a:ln w="9525" cap="flat">
            <a:noFill/>
            <a:prstDash val="solid"/>
            <a:miter/>
          </a:ln>
        </p:spPr>
        <p:txBody>
          <a:bodyPr rtlCol="0" anchor="ctr"/>
          <a:lstStyle/>
          <a:p>
            <a:endParaRPr lang="en-US" dirty="0"/>
          </a:p>
        </p:txBody>
      </p:sp>
    </p:spTree>
    <p:extLst>
      <p:ext uri="{BB962C8B-B14F-4D97-AF65-F5344CB8AC3E}">
        <p14:creationId xmlns:p14="http://schemas.microsoft.com/office/powerpoint/2010/main" val="4735192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38AFE4-7BF0-23F2-9685-EC1491BA25B1}"/>
              </a:ext>
            </a:extLst>
          </p:cNvPr>
          <p:cNvSpPr>
            <a:spLocks noGrp="1"/>
          </p:cNvSpPr>
          <p:nvPr>
            <p:ph type="title"/>
          </p:nvPr>
        </p:nvSpPr>
        <p:spPr>
          <a:xfrm>
            <a:off x="359400" y="36000"/>
            <a:ext cx="11473200" cy="540000"/>
          </a:xfrm>
        </p:spPr>
        <p:txBody>
          <a:bodyPr/>
          <a:lstStyle/>
          <a:p>
            <a:pPr algn="ctr"/>
            <a:r>
              <a:rPr lang="en-IN" b="1" dirty="0"/>
              <a:t>INTRODUCTION</a:t>
            </a:r>
          </a:p>
        </p:txBody>
      </p:sp>
      <p:sp>
        <p:nvSpPr>
          <p:cNvPr id="4" name="Slide Number Placeholder 3">
            <a:extLst>
              <a:ext uri="{FF2B5EF4-FFF2-40B4-BE49-F238E27FC236}">
                <a16:creationId xmlns:a16="http://schemas.microsoft.com/office/drawing/2014/main" id="{B58B5062-307A-785E-01C1-3D5A8AAEA926}"/>
              </a:ext>
            </a:extLst>
          </p:cNvPr>
          <p:cNvSpPr>
            <a:spLocks noGrp="1"/>
          </p:cNvSpPr>
          <p:nvPr>
            <p:ph type="sldNum" sz="quarter" idx="14"/>
          </p:nvPr>
        </p:nvSpPr>
        <p:spPr/>
        <p:txBody>
          <a:bodyPr/>
          <a:lstStyle/>
          <a:p>
            <a:fld id="{058DB212-BFA2-403F-85EF-DFD3FF6D973A}" type="slidenum">
              <a:rPr lang="en-US" noProof="0" smtClean="0"/>
              <a:pPr/>
              <a:t>3</a:t>
            </a:fld>
            <a:endParaRPr lang="en-US" noProof="0"/>
          </a:p>
        </p:txBody>
      </p:sp>
      <p:sp>
        <p:nvSpPr>
          <p:cNvPr id="5" name="Rectangle 1">
            <a:extLst>
              <a:ext uri="{FF2B5EF4-FFF2-40B4-BE49-F238E27FC236}">
                <a16:creationId xmlns:a16="http://schemas.microsoft.com/office/drawing/2014/main" id="{5BFCFDB6-09AA-6A4E-A1AA-7140AB908016}"/>
              </a:ext>
            </a:extLst>
          </p:cNvPr>
          <p:cNvSpPr>
            <a:spLocks noGrp="1" noChangeArrowheads="1"/>
          </p:cNvSpPr>
          <p:nvPr>
            <p:ph type="body" sz="quarter" idx="12"/>
          </p:nvPr>
        </p:nvSpPr>
        <p:spPr bwMode="auto">
          <a:xfrm>
            <a:off x="621549" y="533846"/>
            <a:ext cx="10948902" cy="6186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800" b="1" i="0" u="none" strike="noStrike" cap="none" normalizeH="0" baseline="0" dirty="0">
                <a:ln>
                  <a:noFill/>
                </a:ln>
                <a:solidFill>
                  <a:schemeClr val="tx1"/>
                </a:solidFill>
                <a:effectLst/>
                <a:latin typeface="Arial" panose="020B0604020202020204" pitchFamily="34" charset="0"/>
              </a:rPr>
              <a:t> What are Anomalies?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Anomaly detection refers to the identification of abnormal or defective regions within images, particularly in industrial product inspection.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800" b="1" i="0" u="none" strike="noStrike" cap="none" normalizeH="0" baseline="0" dirty="0">
                <a:ln>
                  <a:noFill/>
                </a:ln>
                <a:solidFill>
                  <a:schemeClr val="tx1"/>
                </a:solidFill>
                <a:effectLst/>
                <a:latin typeface="Arial" panose="020B0604020202020204" pitchFamily="34" charset="0"/>
              </a:rPr>
              <a:t> Why Detect Deepfakes?</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800" dirty="0">
                <a:solidFill>
                  <a:schemeClr val="tx1"/>
                </a:solidFill>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Ensures Product Quality and Safety: Detecting anomalies is critical for maintaining high standards in manufacturing and quality control.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Protects Public Trust and Security: Undetected defects can lead to safety hazards, recalls, or loss of consumer confidence.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800" b="1" i="0" u="none" strike="noStrike" cap="none" normalizeH="0" baseline="0" dirty="0">
                <a:ln>
                  <a:noFill/>
                </a:ln>
                <a:solidFill>
                  <a:schemeClr val="tx1"/>
                </a:solidFill>
                <a:effectLst/>
                <a:latin typeface="Arial" panose="020B0604020202020204" pitchFamily="34" charset="0"/>
              </a:rPr>
              <a:t>Challenges</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800" dirty="0">
                <a:solidFill>
                  <a:schemeClr val="tx1"/>
                </a:solidFill>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Evolving and Diverse Anomalies: Anomalies can vary widely in type, size, and appearance across different categories, making them hard to define with generic descriptions.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Lack of Prior Data: Zero-shot settings mean the model must generalize to new, unseen categories without prior examples.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800" b="1" i="0" u="none" strike="noStrike" cap="none" normalizeH="0" baseline="0" dirty="0">
                <a:ln>
                  <a:noFill/>
                </a:ln>
                <a:solidFill>
                  <a:schemeClr val="tx1"/>
                </a:solidFill>
                <a:effectLst/>
                <a:latin typeface="Arial" panose="020B0604020202020204" pitchFamily="34" charset="0"/>
              </a:rPr>
              <a:t> Detection Methods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Visual Inspection: Manual review by human inspectors to identify visible defects.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Classical Computer Vision: Techniques such as thresholding, edge detection, and template matching to spot irregularities.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Statistical Methods: Using statistical models (e.g., Gaussian Mixture Models, Principal Component Analysis) to detect outliers in feature distributions.</a:t>
            </a:r>
          </a:p>
        </p:txBody>
      </p:sp>
    </p:spTree>
    <p:extLst>
      <p:ext uri="{BB962C8B-B14F-4D97-AF65-F5344CB8AC3E}">
        <p14:creationId xmlns:p14="http://schemas.microsoft.com/office/powerpoint/2010/main" val="22851253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4EA7D6-EAC1-8932-3C87-8D9CF6F878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9C47B5-59D5-B1CB-891D-54592709B2D5}"/>
              </a:ext>
            </a:extLst>
          </p:cNvPr>
          <p:cNvSpPr>
            <a:spLocks noGrp="1"/>
          </p:cNvSpPr>
          <p:nvPr>
            <p:ph type="title"/>
          </p:nvPr>
        </p:nvSpPr>
        <p:spPr>
          <a:xfrm>
            <a:off x="244613" y="900774"/>
            <a:ext cx="11473200" cy="540000"/>
          </a:xfrm>
        </p:spPr>
        <p:txBody>
          <a:bodyPr/>
          <a:lstStyle/>
          <a:p>
            <a:pPr algn="ctr"/>
            <a:r>
              <a:rPr lang="en-IN" sz="3600" b="1" dirty="0"/>
              <a:t>PROBLEM STATEMENT</a:t>
            </a:r>
          </a:p>
        </p:txBody>
      </p:sp>
      <p:sp>
        <p:nvSpPr>
          <p:cNvPr id="4" name="Slide Number Placeholder 3">
            <a:extLst>
              <a:ext uri="{FF2B5EF4-FFF2-40B4-BE49-F238E27FC236}">
                <a16:creationId xmlns:a16="http://schemas.microsoft.com/office/drawing/2014/main" id="{B62B5E6D-ED80-F0BC-DDFB-3B8BFF6F612E}"/>
              </a:ext>
            </a:extLst>
          </p:cNvPr>
          <p:cNvSpPr>
            <a:spLocks noGrp="1"/>
          </p:cNvSpPr>
          <p:nvPr>
            <p:ph type="sldNum" sz="quarter" idx="14"/>
          </p:nvPr>
        </p:nvSpPr>
        <p:spPr/>
        <p:txBody>
          <a:bodyPr/>
          <a:lstStyle/>
          <a:p>
            <a:fld id="{058DB212-BFA2-403F-85EF-DFD3FF6D973A}" type="slidenum">
              <a:rPr lang="en-US" noProof="0" smtClean="0"/>
              <a:pPr/>
              <a:t>4</a:t>
            </a:fld>
            <a:endParaRPr lang="en-US" noProof="0"/>
          </a:p>
        </p:txBody>
      </p:sp>
      <p:sp>
        <p:nvSpPr>
          <p:cNvPr id="5" name="Rectangle 1">
            <a:extLst>
              <a:ext uri="{FF2B5EF4-FFF2-40B4-BE49-F238E27FC236}">
                <a16:creationId xmlns:a16="http://schemas.microsoft.com/office/drawing/2014/main" id="{6562DDA3-95AA-531D-2709-FA8CAA74B700}"/>
              </a:ext>
            </a:extLst>
          </p:cNvPr>
          <p:cNvSpPr>
            <a:spLocks noGrp="1" noChangeArrowheads="1"/>
          </p:cNvSpPr>
          <p:nvPr>
            <p:ph type="body" sz="quarter" idx="12"/>
          </p:nvPr>
        </p:nvSpPr>
        <p:spPr bwMode="auto">
          <a:xfrm>
            <a:off x="1215769" y="1536174"/>
            <a:ext cx="9530889"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0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Anomaly detection in images and videos is increasingly vital in industrial and security contexts due to the complexity and scale of modern systems. AI and machine learning have improved the ability to spot subtle defects or threats that traditional methods may miss, but challenges remain. Anomalies are rare, diverse, and often visually similar to normal patterns, making them hard to define and detect accurately. The consequences of missed anomalies—ranging from safety risks and product defects to financial and security breaches—are severe. Current AI methods struggle with limited labeled data, high false positives, scalability, and interpretability. Additionally, ensuring robustness against adversarial attacks is critical, highlighting the need for more advanced, interpretable, and resilient detection systems.</a:t>
            </a:r>
          </a:p>
        </p:txBody>
      </p:sp>
    </p:spTree>
    <p:extLst>
      <p:ext uri="{BB962C8B-B14F-4D97-AF65-F5344CB8AC3E}">
        <p14:creationId xmlns:p14="http://schemas.microsoft.com/office/powerpoint/2010/main" val="20998436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B45E35-32E2-6310-0179-25B3FB1FEF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5FD264-D302-50CE-D64B-86D77DE2423A}"/>
              </a:ext>
            </a:extLst>
          </p:cNvPr>
          <p:cNvSpPr>
            <a:spLocks noGrp="1"/>
          </p:cNvSpPr>
          <p:nvPr>
            <p:ph type="title"/>
          </p:nvPr>
        </p:nvSpPr>
        <p:spPr>
          <a:xfrm>
            <a:off x="420000" y="458322"/>
            <a:ext cx="11473200" cy="540000"/>
          </a:xfrm>
        </p:spPr>
        <p:txBody>
          <a:bodyPr/>
          <a:lstStyle/>
          <a:p>
            <a:pPr algn="ctr"/>
            <a:r>
              <a:rPr lang="en-IN" b="1" dirty="0"/>
              <a:t>MOTIVATION</a:t>
            </a:r>
          </a:p>
        </p:txBody>
      </p:sp>
      <p:sp>
        <p:nvSpPr>
          <p:cNvPr id="4" name="Slide Number Placeholder 3">
            <a:extLst>
              <a:ext uri="{FF2B5EF4-FFF2-40B4-BE49-F238E27FC236}">
                <a16:creationId xmlns:a16="http://schemas.microsoft.com/office/drawing/2014/main" id="{B16ACB30-E3C5-5B21-4D74-52E736C2CFCE}"/>
              </a:ext>
            </a:extLst>
          </p:cNvPr>
          <p:cNvSpPr>
            <a:spLocks noGrp="1"/>
          </p:cNvSpPr>
          <p:nvPr>
            <p:ph type="sldNum" sz="quarter" idx="14"/>
          </p:nvPr>
        </p:nvSpPr>
        <p:spPr/>
        <p:txBody>
          <a:bodyPr/>
          <a:lstStyle/>
          <a:p>
            <a:fld id="{058DB212-BFA2-403F-85EF-DFD3FF6D973A}" type="slidenum">
              <a:rPr lang="en-US" noProof="0" smtClean="0"/>
              <a:pPr/>
              <a:t>5</a:t>
            </a:fld>
            <a:endParaRPr lang="en-US" noProof="0"/>
          </a:p>
        </p:txBody>
      </p:sp>
      <p:sp>
        <p:nvSpPr>
          <p:cNvPr id="5" name="Rectangle 1">
            <a:extLst>
              <a:ext uri="{FF2B5EF4-FFF2-40B4-BE49-F238E27FC236}">
                <a16:creationId xmlns:a16="http://schemas.microsoft.com/office/drawing/2014/main" id="{86AF6CC9-7B09-E79A-EBD4-C935D1A8B782}"/>
              </a:ext>
            </a:extLst>
          </p:cNvPr>
          <p:cNvSpPr>
            <a:spLocks noGrp="1" noChangeArrowheads="1"/>
          </p:cNvSpPr>
          <p:nvPr>
            <p:ph type="body" sz="quarter" idx="12"/>
          </p:nvPr>
        </p:nvSpPr>
        <p:spPr bwMode="auto">
          <a:xfrm>
            <a:off x="1377992" y="1323358"/>
            <a:ext cx="10411889"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Anomalies pose serious risks to safety, quality, and security in critical infrastructure.</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Traditional inspection and rule-based methods struggle with subtle or rare anomalies.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Increasing data complexity demands scalable and intelligent detection solutions.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Urgent need for interpretable, robust, and adaptive AI models to ensure timely anomaly detection.</a:t>
            </a:r>
          </a:p>
        </p:txBody>
      </p:sp>
      <p:sp>
        <p:nvSpPr>
          <p:cNvPr id="3" name="Title 1">
            <a:extLst>
              <a:ext uri="{FF2B5EF4-FFF2-40B4-BE49-F238E27FC236}">
                <a16:creationId xmlns:a16="http://schemas.microsoft.com/office/drawing/2014/main" id="{9CE5163A-EBEB-35AF-40B3-18A2F5E6C056}"/>
              </a:ext>
            </a:extLst>
          </p:cNvPr>
          <p:cNvSpPr txBox="1">
            <a:spLocks/>
          </p:cNvSpPr>
          <p:nvPr/>
        </p:nvSpPr>
        <p:spPr>
          <a:xfrm>
            <a:off x="420000" y="3679719"/>
            <a:ext cx="11473200" cy="540000"/>
          </a:xfrm>
          <a:prstGeom prst="rect">
            <a:avLst/>
          </a:prstGeom>
        </p:spPr>
        <p:txBody>
          <a:bodyPr vert="horz" lIns="0" tIns="0" rIns="0" bIns="0" rtlCol="0" anchor="t">
            <a:noAutofit/>
          </a:bodyPr>
          <a:lstStyle>
            <a:lvl1pPr algn="l" defTabSz="914400" rtl="0" eaLnBrk="1" latinLnBrk="0" hangingPunct="1">
              <a:lnSpc>
                <a:spcPct val="90000"/>
              </a:lnSpc>
              <a:spcBef>
                <a:spcPct val="0"/>
              </a:spcBef>
              <a:buNone/>
              <a:defRPr sz="3200" kern="1200">
                <a:solidFill>
                  <a:schemeClr val="tx1">
                    <a:lumMod val="75000"/>
                    <a:lumOff val="25000"/>
                  </a:schemeClr>
                </a:solidFill>
                <a:latin typeface="+mj-lt"/>
                <a:ea typeface="+mj-ea"/>
                <a:cs typeface="+mj-cs"/>
              </a:defRPr>
            </a:lvl1pPr>
          </a:lstStyle>
          <a:p>
            <a:pPr algn="ctr"/>
            <a:r>
              <a:rPr lang="en-IN" b="1" dirty="0"/>
              <a:t>OBJECTIVE</a:t>
            </a:r>
          </a:p>
        </p:txBody>
      </p:sp>
      <p:sp>
        <p:nvSpPr>
          <p:cNvPr id="6" name="TextBox 5">
            <a:extLst>
              <a:ext uri="{FF2B5EF4-FFF2-40B4-BE49-F238E27FC236}">
                <a16:creationId xmlns:a16="http://schemas.microsoft.com/office/drawing/2014/main" id="{507355F2-6315-066E-D883-8EF2099B75AC}"/>
              </a:ext>
            </a:extLst>
          </p:cNvPr>
          <p:cNvSpPr txBox="1"/>
          <p:nvPr/>
        </p:nvSpPr>
        <p:spPr>
          <a:xfrm>
            <a:off x="1465006" y="4414684"/>
            <a:ext cx="8937523" cy="1477328"/>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Develop a robust anomaly detection system for images using Fine-grained Visual-Language Models</a:t>
            </a: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Leverage the strengths of large-scale vision-language models, fine-grained textual descriptions, and advanced localization techniques to accurately identify and localize anomalies in images without requiring prior examples of defects.</a:t>
            </a:r>
            <a:endParaRPr lang="en-IN" dirty="0"/>
          </a:p>
        </p:txBody>
      </p:sp>
    </p:spTree>
    <p:extLst>
      <p:ext uri="{BB962C8B-B14F-4D97-AF65-F5344CB8AC3E}">
        <p14:creationId xmlns:p14="http://schemas.microsoft.com/office/powerpoint/2010/main" val="12377364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a:extLst>
              <a:ext uri="{FF2B5EF4-FFF2-40B4-BE49-F238E27FC236}">
                <a16:creationId xmlns:a16="http://schemas.microsoft.com/office/drawing/2014/main" id="{4C6A4143-FB92-EF08-FE7D-5E6A3E02A14B}"/>
              </a:ext>
            </a:extLst>
          </p:cNvPr>
          <p:cNvPicPr>
            <a:picLocks noGrp="1" noChangeAspect="1"/>
          </p:cNvPicPr>
          <p:nvPr>
            <p:ph type="pic" sz="quarter" idx="13"/>
          </p:nvPr>
        </p:nvPicPr>
        <p:blipFill>
          <a:blip r:embed="rId2"/>
          <a:srcRect t="2840" b="2840"/>
          <a:stretch/>
        </p:blipFill>
        <p:spPr>
          <a:xfrm>
            <a:off x="867631" y="1040277"/>
            <a:ext cx="9888859" cy="4975445"/>
          </a:xfrm>
        </p:spPr>
      </p:pic>
      <p:sp>
        <p:nvSpPr>
          <p:cNvPr id="3" name="Slide Number Placeholder 2">
            <a:extLst>
              <a:ext uri="{FF2B5EF4-FFF2-40B4-BE49-F238E27FC236}">
                <a16:creationId xmlns:a16="http://schemas.microsoft.com/office/drawing/2014/main" id="{3FB7478D-2D3A-DD20-F332-C3466C7E4748}"/>
              </a:ext>
            </a:extLst>
          </p:cNvPr>
          <p:cNvSpPr>
            <a:spLocks noGrp="1"/>
          </p:cNvSpPr>
          <p:nvPr>
            <p:ph type="sldNum" sz="quarter" idx="16"/>
          </p:nvPr>
        </p:nvSpPr>
        <p:spPr/>
        <p:txBody>
          <a:bodyPr/>
          <a:lstStyle/>
          <a:p>
            <a:fld id="{058DB212-BFA2-403F-85EF-DFD3FF6D973A}" type="slidenum">
              <a:rPr lang="en-US" noProof="0" smtClean="0"/>
              <a:pPr/>
              <a:t>6</a:t>
            </a:fld>
            <a:endParaRPr lang="en-US" noProof="0"/>
          </a:p>
        </p:txBody>
      </p:sp>
      <p:sp>
        <p:nvSpPr>
          <p:cNvPr id="4" name="Text Placeholder 3">
            <a:extLst>
              <a:ext uri="{FF2B5EF4-FFF2-40B4-BE49-F238E27FC236}">
                <a16:creationId xmlns:a16="http://schemas.microsoft.com/office/drawing/2014/main" id="{F4ECD0E7-E2A7-1A42-3E0F-1814136386A9}"/>
              </a:ext>
            </a:extLst>
          </p:cNvPr>
          <p:cNvSpPr>
            <a:spLocks noGrp="1"/>
          </p:cNvSpPr>
          <p:nvPr>
            <p:ph type="body" sz="quarter" idx="14"/>
          </p:nvPr>
        </p:nvSpPr>
        <p:spPr/>
        <p:txBody>
          <a:bodyPr/>
          <a:lstStyle/>
          <a:p>
            <a:r>
              <a:rPr lang="en-IN" dirty="0"/>
              <a:t>ARCHITECTURE</a:t>
            </a:r>
          </a:p>
        </p:txBody>
      </p:sp>
      <p:sp>
        <p:nvSpPr>
          <p:cNvPr id="5" name="Title 4">
            <a:extLst>
              <a:ext uri="{FF2B5EF4-FFF2-40B4-BE49-F238E27FC236}">
                <a16:creationId xmlns:a16="http://schemas.microsoft.com/office/drawing/2014/main" id="{3C4397A1-1040-6C78-FF0F-7E7DCFA0EE2A}"/>
              </a:ext>
            </a:extLst>
          </p:cNvPr>
          <p:cNvSpPr>
            <a:spLocks noGrp="1"/>
          </p:cNvSpPr>
          <p:nvPr>
            <p:ph type="title"/>
          </p:nvPr>
        </p:nvSpPr>
        <p:spPr/>
        <p:txBody>
          <a:bodyPr/>
          <a:lstStyle/>
          <a:p>
            <a:pPr algn="ctr"/>
            <a:r>
              <a:rPr lang="en-IN" b="1" dirty="0">
                <a:latin typeface="Arial" panose="020B0604020202020204" pitchFamily="34" charset="0"/>
                <a:cs typeface="Arial" panose="020B0604020202020204" pitchFamily="34" charset="0"/>
              </a:rPr>
              <a:t>Paper’s Model Architecture </a:t>
            </a:r>
          </a:p>
        </p:txBody>
      </p:sp>
    </p:spTree>
    <p:extLst>
      <p:ext uri="{BB962C8B-B14F-4D97-AF65-F5344CB8AC3E}">
        <p14:creationId xmlns:p14="http://schemas.microsoft.com/office/powerpoint/2010/main" val="12138842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A78FA1-943F-4480-6FA9-EEAB2EE9CF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EE5183-5D39-07EC-FA84-04F88D889F5F}"/>
              </a:ext>
            </a:extLst>
          </p:cNvPr>
          <p:cNvSpPr>
            <a:spLocks noGrp="1"/>
          </p:cNvSpPr>
          <p:nvPr>
            <p:ph type="title"/>
          </p:nvPr>
        </p:nvSpPr>
        <p:spPr>
          <a:xfrm>
            <a:off x="420000" y="458322"/>
            <a:ext cx="11473200" cy="540000"/>
          </a:xfrm>
        </p:spPr>
        <p:txBody>
          <a:bodyPr/>
          <a:lstStyle/>
          <a:p>
            <a:pPr algn="ctr"/>
            <a:r>
              <a:rPr lang="en-IN" b="1" dirty="0" err="1">
                <a:latin typeface="Arial" panose="020B0604020202020204" pitchFamily="34" charset="0"/>
                <a:cs typeface="Arial" panose="020B0604020202020204" pitchFamily="34" charset="0"/>
              </a:rPr>
              <a:t>FiLO</a:t>
            </a:r>
            <a:r>
              <a:rPr lang="en-IN" b="1" dirty="0">
                <a:latin typeface="Arial" panose="020B0604020202020204" pitchFamily="34" charset="0"/>
                <a:cs typeface="Arial" panose="020B0604020202020204" pitchFamily="34" charset="0"/>
              </a:rPr>
              <a:t> Model Architecture</a:t>
            </a:r>
          </a:p>
        </p:txBody>
      </p:sp>
      <p:sp>
        <p:nvSpPr>
          <p:cNvPr id="4" name="Slide Number Placeholder 3">
            <a:extLst>
              <a:ext uri="{FF2B5EF4-FFF2-40B4-BE49-F238E27FC236}">
                <a16:creationId xmlns:a16="http://schemas.microsoft.com/office/drawing/2014/main" id="{590F5840-D90B-49FC-CD42-A98CB71AF707}"/>
              </a:ext>
            </a:extLst>
          </p:cNvPr>
          <p:cNvSpPr>
            <a:spLocks noGrp="1"/>
          </p:cNvSpPr>
          <p:nvPr>
            <p:ph type="sldNum" sz="quarter" idx="14"/>
          </p:nvPr>
        </p:nvSpPr>
        <p:spPr/>
        <p:txBody>
          <a:bodyPr/>
          <a:lstStyle/>
          <a:p>
            <a:fld id="{058DB212-BFA2-403F-85EF-DFD3FF6D973A}" type="slidenum">
              <a:rPr lang="en-US" noProof="0" smtClean="0"/>
              <a:pPr/>
              <a:t>7</a:t>
            </a:fld>
            <a:endParaRPr lang="en-US" noProof="0"/>
          </a:p>
        </p:txBody>
      </p:sp>
      <p:sp>
        <p:nvSpPr>
          <p:cNvPr id="5" name="Rectangle 1">
            <a:extLst>
              <a:ext uri="{FF2B5EF4-FFF2-40B4-BE49-F238E27FC236}">
                <a16:creationId xmlns:a16="http://schemas.microsoft.com/office/drawing/2014/main" id="{61D6237F-9C41-8BD9-37F8-7B883B2F9841}"/>
              </a:ext>
            </a:extLst>
          </p:cNvPr>
          <p:cNvSpPr>
            <a:spLocks noGrp="1" noChangeArrowheads="1"/>
          </p:cNvSpPr>
          <p:nvPr>
            <p:ph type="body" sz="quarter" idx="12"/>
          </p:nvPr>
        </p:nvSpPr>
        <p:spPr bwMode="auto">
          <a:xfrm>
            <a:off x="645497" y="1422478"/>
            <a:ext cx="10307637"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800" b="1" i="0" u="none" strike="noStrike" cap="none" normalizeH="0" baseline="0" dirty="0">
                <a:ln>
                  <a:noFill/>
                </a:ln>
                <a:solidFill>
                  <a:schemeClr val="tx1"/>
                </a:solidFill>
                <a:effectLst/>
                <a:latin typeface="Arial" panose="020B0604020202020204" pitchFamily="34" charset="0"/>
              </a:rPr>
              <a:t>Architecture Overview:</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AutoNum type="arabicPeriod"/>
              <a:tabLst/>
            </a:pPr>
            <a:r>
              <a:rPr kumimoji="0" lang="en-US" altLang="en-US" sz="1800" b="1" i="0" u="none" strike="noStrike" cap="none" normalizeH="0" baseline="0" dirty="0">
                <a:ln>
                  <a:noFill/>
                </a:ln>
                <a:solidFill>
                  <a:schemeClr val="tx1"/>
                </a:solidFill>
                <a:effectLst/>
                <a:latin typeface="Arial" panose="020B0604020202020204" pitchFamily="34" charset="0"/>
              </a:rPr>
              <a:t>Fine-Grained Description (FG-Des):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Purpose: Enhance anomaly detection accuracy and interpretability by replacing generic "normal/abnormal" descriptors with detailed, category-specific anomaly descriptions.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How it works: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Uses Large Language Models (LLMs) to generate a list of fine-grained anomaly types relevant to the input image's category.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Employs adaptively learned textual templates, realized as learnable vectors, to create precise text descriptions for both normal and abnormal cases.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These text descriptions are encoded using the CLIP Text Encoder to obtain rich, discriminative text features for subsequent similarity computation.</a:t>
            </a:r>
          </a:p>
        </p:txBody>
      </p:sp>
    </p:spTree>
    <p:extLst>
      <p:ext uri="{BB962C8B-B14F-4D97-AF65-F5344CB8AC3E}">
        <p14:creationId xmlns:p14="http://schemas.microsoft.com/office/powerpoint/2010/main" val="26007744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929A24-BE51-74F8-84C0-AAA061F278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AE2292-0BD9-A01E-E174-D8AD5B3956C4}"/>
              </a:ext>
            </a:extLst>
          </p:cNvPr>
          <p:cNvSpPr>
            <a:spLocks noGrp="1"/>
          </p:cNvSpPr>
          <p:nvPr>
            <p:ph type="title"/>
          </p:nvPr>
        </p:nvSpPr>
        <p:spPr>
          <a:xfrm>
            <a:off x="420000" y="458322"/>
            <a:ext cx="11473200" cy="540000"/>
          </a:xfrm>
        </p:spPr>
        <p:txBody>
          <a:bodyPr/>
          <a:lstStyle/>
          <a:p>
            <a:pPr algn="ctr"/>
            <a:r>
              <a:rPr lang="en-IN" b="1" dirty="0" err="1">
                <a:latin typeface="Arial" panose="020B0604020202020204" pitchFamily="34" charset="0"/>
                <a:cs typeface="Arial" panose="020B0604020202020204" pitchFamily="34" charset="0"/>
              </a:rPr>
              <a:t>FiLO</a:t>
            </a:r>
            <a:r>
              <a:rPr lang="en-IN" b="1" dirty="0">
                <a:latin typeface="Arial" panose="020B0604020202020204" pitchFamily="34" charset="0"/>
                <a:cs typeface="Arial" panose="020B0604020202020204" pitchFamily="34" charset="0"/>
              </a:rPr>
              <a:t> Model Architecture</a:t>
            </a:r>
          </a:p>
        </p:txBody>
      </p:sp>
      <p:sp>
        <p:nvSpPr>
          <p:cNvPr id="4" name="Slide Number Placeholder 3">
            <a:extLst>
              <a:ext uri="{FF2B5EF4-FFF2-40B4-BE49-F238E27FC236}">
                <a16:creationId xmlns:a16="http://schemas.microsoft.com/office/drawing/2014/main" id="{BFDA1C7C-C8DA-0E30-A91F-7CD90B76AF87}"/>
              </a:ext>
            </a:extLst>
          </p:cNvPr>
          <p:cNvSpPr>
            <a:spLocks noGrp="1"/>
          </p:cNvSpPr>
          <p:nvPr>
            <p:ph type="sldNum" sz="quarter" idx="14"/>
          </p:nvPr>
        </p:nvSpPr>
        <p:spPr/>
        <p:txBody>
          <a:bodyPr/>
          <a:lstStyle/>
          <a:p>
            <a:fld id="{058DB212-BFA2-403F-85EF-DFD3FF6D973A}" type="slidenum">
              <a:rPr lang="en-US" noProof="0" smtClean="0"/>
              <a:pPr/>
              <a:t>8</a:t>
            </a:fld>
            <a:endParaRPr lang="en-US" noProof="0"/>
          </a:p>
        </p:txBody>
      </p:sp>
      <p:sp>
        <p:nvSpPr>
          <p:cNvPr id="5" name="Rectangle 1">
            <a:extLst>
              <a:ext uri="{FF2B5EF4-FFF2-40B4-BE49-F238E27FC236}">
                <a16:creationId xmlns:a16="http://schemas.microsoft.com/office/drawing/2014/main" id="{C1EDADE4-EAA6-936F-DC39-9E7AC79821DC}"/>
              </a:ext>
            </a:extLst>
          </p:cNvPr>
          <p:cNvSpPr>
            <a:spLocks noGrp="1" noChangeArrowheads="1"/>
          </p:cNvSpPr>
          <p:nvPr>
            <p:ph type="body" sz="quarter" idx="12"/>
          </p:nvPr>
        </p:nvSpPr>
        <p:spPr bwMode="auto">
          <a:xfrm>
            <a:off x="645497" y="1145479"/>
            <a:ext cx="10307637"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800" b="1" i="0" u="none" strike="noStrike" cap="none" normalizeH="0" baseline="0" dirty="0">
                <a:ln>
                  <a:noFill/>
                </a:ln>
                <a:solidFill>
                  <a:schemeClr val="tx1"/>
                </a:solidFill>
                <a:effectLst/>
                <a:latin typeface="Arial" panose="020B0604020202020204" pitchFamily="34" charset="0"/>
              </a:rPr>
              <a:t>Architecture Overview:</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2. High-Quality Localization (HQ-Loc):</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Purpose: Achieve accurate localization of anomalies of varying sizes and shapes, addressing the challenge of pinpointing specific anomaly locations.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How it works: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Grounding DINO is used for preliminary localization, producing bounding boxes for potential anomaly regions based on the fine-grained text prompts.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Position-Enhanced Text Prompts: The bounding box coordinates are incorporated into the text prompts, further refining the localization process.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Multi-scale Multi-shape Cross-modal Interaction (MMCI) Module: Intermediate patch features from multiple stages of the CLIP Image Encoder are processed with the text features. The MMCI module aggregates information across different scales and shapes to generate anomaly maps for each layer, improving robustness to anomaly size and form</a:t>
            </a:r>
          </a:p>
        </p:txBody>
      </p:sp>
    </p:spTree>
    <p:extLst>
      <p:ext uri="{BB962C8B-B14F-4D97-AF65-F5344CB8AC3E}">
        <p14:creationId xmlns:p14="http://schemas.microsoft.com/office/powerpoint/2010/main" val="25066418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BEDEB3-11A9-9C5C-0D19-46FAAB5453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20DC62-302D-B554-90FA-5B3503303629}"/>
              </a:ext>
            </a:extLst>
          </p:cNvPr>
          <p:cNvSpPr>
            <a:spLocks noGrp="1"/>
          </p:cNvSpPr>
          <p:nvPr>
            <p:ph type="title"/>
          </p:nvPr>
        </p:nvSpPr>
        <p:spPr>
          <a:xfrm>
            <a:off x="842787" y="73506"/>
            <a:ext cx="11473200" cy="540000"/>
          </a:xfrm>
        </p:spPr>
        <p:txBody>
          <a:bodyPr/>
          <a:lstStyle/>
          <a:p>
            <a:pPr algn="ctr"/>
            <a:r>
              <a:rPr lang="en-US" b="1" dirty="0">
                <a:latin typeface="Arial" panose="020B0604020202020204" pitchFamily="34" charset="0"/>
                <a:cs typeface="Arial" panose="020B0604020202020204" pitchFamily="34" charset="0"/>
              </a:rPr>
              <a:t>Architecture</a:t>
            </a:r>
            <a:endParaRPr lang="en-IN" b="1"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CCCCEA0-B327-8267-322E-5FEF411A4892}"/>
              </a:ext>
            </a:extLst>
          </p:cNvPr>
          <p:cNvSpPr>
            <a:spLocks noGrp="1"/>
          </p:cNvSpPr>
          <p:nvPr>
            <p:ph type="sldNum" sz="quarter" idx="14"/>
          </p:nvPr>
        </p:nvSpPr>
        <p:spPr/>
        <p:txBody>
          <a:bodyPr/>
          <a:lstStyle/>
          <a:p>
            <a:fld id="{058DB212-BFA2-403F-85EF-DFD3FF6D973A}" type="slidenum">
              <a:rPr lang="en-US" noProof="0" smtClean="0"/>
              <a:pPr/>
              <a:t>9</a:t>
            </a:fld>
            <a:endParaRPr lang="en-US" noProof="0"/>
          </a:p>
        </p:txBody>
      </p:sp>
      <p:sp>
        <p:nvSpPr>
          <p:cNvPr id="5" name="Rectangle 1">
            <a:extLst>
              <a:ext uri="{FF2B5EF4-FFF2-40B4-BE49-F238E27FC236}">
                <a16:creationId xmlns:a16="http://schemas.microsoft.com/office/drawing/2014/main" id="{D65871C5-769F-288B-AD61-9C4C4FE93285}"/>
              </a:ext>
            </a:extLst>
          </p:cNvPr>
          <p:cNvSpPr>
            <a:spLocks noGrp="1" noChangeArrowheads="1"/>
          </p:cNvSpPr>
          <p:nvPr>
            <p:ph type="body" sz="quarter" idx="12"/>
          </p:nvPr>
        </p:nvSpPr>
        <p:spPr bwMode="auto">
          <a:xfrm>
            <a:off x="216310" y="1106596"/>
            <a:ext cx="7973961"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Grounding DINO</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Architecture</a:t>
            </a:r>
            <a:r>
              <a:rPr kumimoji="0" lang="en-US" altLang="en-US" sz="180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Built on a transformer-based detection backbone (DINO) with the addition of a grounding module for language-vision fusion.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Text Backbone: Typically a BERT-like transformer that encodes textual prompts (e.g., anomaly descriptions).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Image Backbone: Extracts multi-scale image features (e.g., Swin Transformer).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Feature Enhancer: Fuses image and text features using deformable self-attention for images and standard self-attention for text.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Language-Guided Query Selection: Selects decoder queries most relevant to the input text.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Cross-Modality Decoder: Alternates self-attention, image cross-attention, and text cross-attention to tightly integrate modalities.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Output</a:t>
            </a:r>
            <a:r>
              <a:rPr kumimoji="0" lang="en-US" altLang="en-US" sz="1800" i="0" u="none" strike="noStrike" cap="none" normalizeH="0" baseline="0" dirty="0">
                <a:ln>
                  <a:noFill/>
                </a:ln>
                <a:solidFill>
                  <a:schemeClr val="tx1"/>
                </a:solidFill>
                <a:effectLst/>
                <a:latin typeface="Arial" panose="020B0604020202020204" pitchFamily="34" charset="0"/>
              </a:rPr>
              <a:t>: Produces bounding boxes, confidence scores, and class labels for regions matching the text prompt, enabling localization of arbitrary objects or anomalies described by language</a:t>
            </a:r>
          </a:p>
        </p:txBody>
      </p:sp>
      <p:pic>
        <p:nvPicPr>
          <p:cNvPr id="6" name="Picture 5">
            <a:extLst>
              <a:ext uri="{FF2B5EF4-FFF2-40B4-BE49-F238E27FC236}">
                <a16:creationId xmlns:a16="http://schemas.microsoft.com/office/drawing/2014/main" id="{32438F16-96CA-3951-711C-AACB64ECE10F}"/>
              </a:ext>
            </a:extLst>
          </p:cNvPr>
          <p:cNvPicPr>
            <a:picLocks noChangeAspect="1"/>
          </p:cNvPicPr>
          <p:nvPr/>
        </p:nvPicPr>
        <p:blipFill>
          <a:blip r:embed="rId2"/>
          <a:srcRect l="5717" t="12186" r="7578" b="54"/>
          <a:stretch/>
        </p:blipFill>
        <p:spPr>
          <a:xfrm>
            <a:off x="8101781" y="1314079"/>
            <a:ext cx="4021393" cy="4130417"/>
          </a:xfrm>
          <a:prstGeom prst="rect">
            <a:avLst/>
          </a:prstGeom>
        </p:spPr>
      </p:pic>
    </p:spTree>
    <p:extLst>
      <p:ext uri="{BB962C8B-B14F-4D97-AF65-F5344CB8AC3E}">
        <p14:creationId xmlns:p14="http://schemas.microsoft.com/office/powerpoint/2010/main" val="1259231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4333E1-9661-00A9-349E-DF9A9B6B9E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1EADDE-749B-BC43-6164-8104AEFFFE3C}"/>
              </a:ext>
            </a:extLst>
          </p:cNvPr>
          <p:cNvSpPr>
            <a:spLocks noGrp="1"/>
          </p:cNvSpPr>
          <p:nvPr>
            <p:ph type="title"/>
          </p:nvPr>
        </p:nvSpPr>
        <p:spPr>
          <a:xfrm>
            <a:off x="541297" y="257592"/>
            <a:ext cx="11473200" cy="540000"/>
          </a:xfrm>
        </p:spPr>
        <p:txBody>
          <a:bodyPr/>
          <a:lstStyle/>
          <a:p>
            <a:pPr algn="ctr"/>
            <a:r>
              <a:rPr lang="en-US" b="1" dirty="0">
                <a:latin typeface="Arial" panose="020B0604020202020204" pitchFamily="34" charset="0"/>
                <a:cs typeface="Arial" panose="020B0604020202020204" pitchFamily="34" charset="0"/>
              </a:rPr>
              <a:t>Architecture</a:t>
            </a:r>
            <a:endParaRPr lang="en-IN" b="1"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0EAFAAA6-753E-3316-52B0-FAF64EAE6AF8}"/>
              </a:ext>
            </a:extLst>
          </p:cNvPr>
          <p:cNvSpPr>
            <a:spLocks noGrp="1"/>
          </p:cNvSpPr>
          <p:nvPr>
            <p:ph type="sldNum" sz="quarter" idx="14"/>
          </p:nvPr>
        </p:nvSpPr>
        <p:spPr/>
        <p:txBody>
          <a:bodyPr/>
          <a:lstStyle/>
          <a:p>
            <a:fld id="{058DB212-BFA2-403F-85EF-DFD3FF6D973A}" type="slidenum">
              <a:rPr lang="en-US" noProof="0" smtClean="0"/>
              <a:pPr/>
              <a:t>10</a:t>
            </a:fld>
            <a:endParaRPr lang="en-US" noProof="0"/>
          </a:p>
        </p:txBody>
      </p:sp>
      <p:sp>
        <p:nvSpPr>
          <p:cNvPr id="5" name="Rectangle 1">
            <a:extLst>
              <a:ext uri="{FF2B5EF4-FFF2-40B4-BE49-F238E27FC236}">
                <a16:creationId xmlns:a16="http://schemas.microsoft.com/office/drawing/2014/main" id="{C793CE91-DC47-8F06-2B62-0B953E19F814}"/>
              </a:ext>
            </a:extLst>
          </p:cNvPr>
          <p:cNvSpPr>
            <a:spLocks noGrp="1" noChangeArrowheads="1"/>
          </p:cNvSpPr>
          <p:nvPr>
            <p:ph type="body" sz="quarter" idx="12"/>
          </p:nvPr>
        </p:nvSpPr>
        <p:spPr bwMode="auto">
          <a:xfrm>
            <a:off x="363794" y="691098"/>
            <a:ext cx="11828206" cy="5909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endParaRPr kumimoji="0" lang="en-US" altLang="en-US" sz="18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CLIP Text Encoder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Purpose: Converts fine-grained, category-specific anomaly descriptions into dense text feature vectors.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Architecture: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Transformer-based language model (12 layers, typically 512 hidden size, 9 attention heads).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Tokenizes and embeds input text, applies positional encoding, and processes through transformer blocks.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Outputs a pooled feature vector representing the entire prompt.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The text encoder is trained jointly with the image encoder using a contrastive loss to align text and image representations in a shared latent space.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CLIP Image Encoder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Purpose: Extracts visual feature representations from the input image for comparison with text features.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Architecture: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Vision Transformer (</a:t>
            </a:r>
            <a:r>
              <a:rPr kumimoji="0" lang="en-US" altLang="en-US" sz="1800" i="0" u="none" strike="noStrike" cap="none" normalizeH="0" baseline="0" dirty="0" err="1">
                <a:ln>
                  <a:noFill/>
                </a:ln>
                <a:solidFill>
                  <a:schemeClr val="tx1"/>
                </a:solidFill>
                <a:effectLst/>
                <a:latin typeface="Arial" panose="020B0604020202020204" pitchFamily="34" charset="0"/>
              </a:rPr>
              <a:t>ViT</a:t>
            </a:r>
            <a:r>
              <a:rPr kumimoji="0" lang="en-US" altLang="en-US" sz="1800" i="0" u="none" strike="noStrike" cap="none" normalizeH="0" baseline="0" dirty="0">
                <a:ln>
                  <a:noFill/>
                </a:ln>
                <a:solidFill>
                  <a:schemeClr val="tx1"/>
                </a:solidFill>
                <a:effectLst/>
                <a:latin typeface="Arial" panose="020B0604020202020204" pitchFamily="34" charset="0"/>
              </a:rPr>
              <a:t>-L/14@336px) or </a:t>
            </a:r>
            <a:r>
              <a:rPr kumimoji="0" lang="en-US" altLang="en-US" sz="1800" i="0" u="none" strike="noStrike" cap="none" normalizeH="0" baseline="0" dirty="0" err="1">
                <a:ln>
                  <a:noFill/>
                </a:ln>
                <a:solidFill>
                  <a:schemeClr val="tx1"/>
                </a:solidFill>
                <a:effectLst/>
                <a:latin typeface="Arial" panose="020B0604020202020204" pitchFamily="34" charset="0"/>
              </a:rPr>
              <a:t>ResNet</a:t>
            </a:r>
            <a:r>
              <a:rPr kumimoji="0" lang="en-US" altLang="en-US" sz="1800" i="0" u="none" strike="noStrike" cap="none" normalizeH="0" baseline="0" dirty="0">
                <a:ln>
                  <a:noFill/>
                </a:ln>
                <a:solidFill>
                  <a:schemeClr val="tx1"/>
                </a:solidFill>
                <a:effectLst/>
                <a:latin typeface="Arial" panose="020B0604020202020204" pitchFamily="34" charset="0"/>
              </a:rPr>
              <a:t> variants.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Splits the image into non-overlapping patches, linearly embeds each patch, adds positional encodings, and processes the sequence with transformer layers.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A [CLS] token is used to represent the global image feature; intermediate patch features are also extracted for fine-grained analysis.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The encoder is trained with the text encoder to produce aligned embeddings for image-text similarity tasks</a:t>
            </a:r>
          </a:p>
        </p:txBody>
      </p:sp>
    </p:spTree>
    <p:extLst>
      <p:ext uri="{BB962C8B-B14F-4D97-AF65-F5344CB8AC3E}">
        <p14:creationId xmlns:p14="http://schemas.microsoft.com/office/powerpoint/2010/main" val="15892363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5BB79-3544-CE3A-F890-4C70EF3C49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DA40C1-639C-B100-EB8B-7E62D2456BB7}"/>
              </a:ext>
            </a:extLst>
          </p:cNvPr>
          <p:cNvSpPr>
            <a:spLocks noGrp="1"/>
          </p:cNvSpPr>
          <p:nvPr>
            <p:ph type="title"/>
          </p:nvPr>
        </p:nvSpPr>
        <p:spPr>
          <a:xfrm>
            <a:off x="541297" y="257592"/>
            <a:ext cx="11473200" cy="540000"/>
          </a:xfrm>
        </p:spPr>
        <p:txBody>
          <a:bodyPr/>
          <a:lstStyle/>
          <a:p>
            <a:pPr algn="ctr"/>
            <a:r>
              <a:rPr lang="en-US" b="1" dirty="0">
                <a:latin typeface="Arial" panose="020B0604020202020204" pitchFamily="34" charset="0"/>
                <a:cs typeface="Arial" panose="020B0604020202020204" pitchFamily="34" charset="0"/>
              </a:rPr>
              <a:t>Architecture</a:t>
            </a:r>
            <a:endParaRPr lang="en-IN" b="1"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7F7244E-31B1-A28A-F76C-618610E7403F}"/>
              </a:ext>
            </a:extLst>
          </p:cNvPr>
          <p:cNvSpPr>
            <a:spLocks noGrp="1"/>
          </p:cNvSpPr>
          <p:nvPr>
            <p:ph type="sldNum" sz="quarter" idx="14"/>
          </p:nvPr>
        </p:nvSpPr>
        <p:spPr/>
        <p:txBody>
          <a:bodyPr/>
          <a:lstStyle/>
          <a:p>
            <a:fld id="{058DB212-BFA2-403F-85EF-DFD3FF6D973A}" type="slidenum">
              <a:rPr lang="en-US" noProof="0" smtClean="0"/>
              <a:pPr/>
              <a:t>11</a:t>
            </a:fld>
            <a:endParaRPr lang="en-US" noProof="0"/>
          </a:p>
        </p:txBody>
      </p:sp>
      <p:sp>
        <p:nvSpPr>
          <p:cNvPr id="5" name="Rectangle 1">
            <a:extLst>
              <a:ext uri="{FF2B5EF4-FFF2-40B4-BE49-F238E27FC236}">
                <a16:creationId xmlns:a16="http://schemas.microsoft.com/office/drawing/2014/main" id="{B2A002B0-0C1E-8850-EBCC-AC40408C160D}"/>
              </a:ext>
            </a:extLst>
          </p:cNvPr>
          <p:cNvSpPr>
            <a:spLocks noGrp="1" noChangeArrowheads="1"/>
          </p:cNvSpPr>
          <p:nvPr>
            <p:ph type="body" sz="quarter" idx="12"/>
          </p:nvPr>
        </p:nvSpPr>
        <p:spPr bwMode="auto">
          <a:xfrm>
            <a:off x="334298" y="1562269"/>
            <a:ext cx="10530347"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endParaRPr kumimoji="0" lang="en-US" altLang="en-US" sz="18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MMCI (Multi-scale Multi-shape Cross-modal Interaction) Module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Purpose: Robustly localizes anomalies of varying sizes and shapes by aggregating patch features and aligning them with position-enhanced text features.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Architecture: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Receives patch features from multiple intermediate layers of the CLIP Image Encoder.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Applies multiple convolutional kernels of different sizes and shapes in parallel to these features, capturing anomalies at various scales and forms.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Aggregates the processed features and computes their similarity with the position-enhanced text features (which include anomaly descriptions and bounding box info).</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Generates anomaly and normal maps for each layer, upscales and normalizes them, and fuses them into a final localization map</a:t>
            </a:r>
          </a:p>
        </p:txBody>
      </p:sp>
    </p:spTree>
    <p:extLst>
      <p:ext uri="{BB962C8B-B14F-4D97-AF65-F5344CB8AC3E}">
        <p14:creationId xmlns:p14="http://schemas.microsoft.com/office/powerpoint/2010/main" val="22901917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C1EAA2-DA30-A0A5-CF42-B3D5DD3FD7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E87FF9-9530-E980-320F-95743E420D5A}"/>
              </a:ext>
            </a:extLst>
          </p:cNvPr>
          <p:cNvSpPr>
            <a:spLocks noGrp="1"/>
          </p:cNvSpPr>
          <p:nvPr>
            <p:ph type="title"/>
          </p:nvPr>
        </p:nvSpPr>
        <p:spPr>
          <a:xfrm>
            <a:off x="420000" y="234815"/>
            <a:ext cx="11473200" cy="540000"/>
          </a:xfrm>
        </p:spPr>
        <p:txBody>
          <a:bodyPr/>
          <a:lstStyle/>
          <a:p>
            <a:pPr algn="ctr"/>
            <a:r>
              <a:rPr lang="en-US" b="1" dirty="0">
                <a:latin typeface="Arial" panose="020B0604020202020204" pitchFamily="34" charset="0"/>
                <a:cs typeface="Arial" panose="020B0604020202020204" pitchFamily="34" charset="0"/>
              </a:rPr>
              <a:t>Architecture</a:t>
            </a:r>
            <a:endParaRPr lang="en-IN" b="1"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B96F9417-B48D-35EA-A6F8-C9DB1FA00FF5}"/>
              </a:ext>
            </a:extLst>
          </p:cNvPr>
          <p:cNvSpPr>
            <a:spLocks noGrp="1"/>
          </p:cNvSpPr>
          <p:nvPr>
            <p:ph type="sldNum" sz="quarter" idx="14"/>
          </p:nvPr>
        </p:nvSpPr>
        <p:spPr/>
        <p:txBody>
          <a:bodyPr/>
          <a:lstStyle/>
          <a:p>
            <a:fld id="{058DB212-BFA2-403F-85EF-DFD3FF6D973A}" type="slidenum">
              <a:rPr lang="en-US" noProof="0" smtClean="0"/>
              <a:pPr/>
              <a:t>12</a:t>
            </a:fld>
            <a:endParaRPr lang="en-US" noProof="0"/>
          </a:p>
        </p:txBody>
      </p:sp>
      <p:sp>
        <p:nvSpPr>
          <p:cNvPr id="5" name="Rectangle 1">
            <a:extLst>
              <a:ext uri="{FF2B5EF4-FFF2-40B4-BE49-F238E27FC236}">
                <a16:creationId xmlns:a16="http://schemas.microsoft.com/office/drawing/2014/main" id="{DB5F01FD-EB33-C5BD-5594-B443E055F241}"/>
              </a:ext>
            </a:extLst>
          </p:cNvPr>
          <p:cNvSpPr>
            <a:spLocks noGrp="1" noChangeArrowheads="1"/>
          </p:cNvSpPr>
          <p:nvPr>
            <p:ph type="body" sz="quarter" idx="12"/>
          </p:nvPr>
        </p:nvSpPr>
        <p:spPr bwMode="auto">
          <a:xfrm>
            <a:off x="334298" y="592773"/>
            <a:ext cx="11395586" cy="5909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Adapter:</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Purpose: Aligns global image and text features for improved similarity computation and anomaly scoring.</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Architecture: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Lightweight neural network module (typically two linear layers with activation functions like </a:t>
            </a:r>
            <a:r>
              <a:rPr kumimoji="0" lang="en-US" altLang="en-US" sz="1800" i="0" u="none" strike="noStrike" cap="none" normalizeH="0" baseline="0" dirty="0" err="1">
                <a:ln>
                  <a:noFill/>
                </a:ln>
                <a:solidFill>
                  <a:schemeClr val="tx1"/>
                </a:solidFill>
                <a:effectLst/>
                <a:latin typeface="Arial" panose="020B0604020202020204" pitchFamily="34" charset="0"/>
              </a:rPr>
              <a:t>ReLU</a:t>
            </a:r>
            <a:r>
              <a:rPr kumimoji="0" lang="en-US" altLang="en-US" sz="1800" i="0" u="none" strike="noStrike" cap="none" normalizeH="0" baseline="0" dirty="0">
                <a:ln>
                  <a:noFill/>
                </a:ln>
                <a:solidFill>
                  <a:schemeClr val="tx1"/>
                </a:solidFill>
                <a:effectLst/>
                <a:latin typeface="Arial" panose="020B0604020202020204" pitchFamily="34" charset="0"/>
              </a:rPr>
              <a:t> and </a:t>
            </a:r>
            <a:r>
              <a:rPr kumimoji="0" lang="en-US" altLang="en-US" sz="1800" i="0" u="none" strike="noStrike" cap="none" normalizeH="0" baseline="0" dirty="0" err="1">
                <a:ln>
                  <a:noFill/>
                </a:ln>
                <a:solidFill>
                  <a:schemeClr val="tx1"/>
                </a:solidFill>
                <a:effectLst/>
                <a:latin typeface="Arial" panose="020B0604020202020204" pitchFamily="34" charset="0"/>
              </a:rPr>
              <a:t>SiLU</a:t>
            </a:r>
            <a:r>
              <a:rPr kumimoji="0" lang="en-US" altLang="en-US" sz="180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Inserted between the pre-trained CLIP encoders and the anomaly scoring head.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Only the adapter is trained for the downstream anomaly detection task, preserving the knowledge in the original encoders while efficiently adapting to the new objective.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Global Scoring: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Purpose: Produces the final anomaly score for the input image, combining global and local information.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Mechanism: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The adapted global image feature and the global text feature (from the adapter) are compared (e.g., via cosine similarity).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The maximum value from the anomaly map (produced by MMCI) is combined with the global similarity score to yield a robust anomaly score.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This score is used for image-level anomaly detection, while the anomaly map provides pixel-level localization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304813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7AA50C-7B0A-9813-21F9-EC793E5BB7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134C70-9246-431F-B7CA-ED8E82A8521E}"/>
              </a:ext>
            </a:extLst>
          </p:cNvPr>
          <p:cNvSpPr>
            <a:spLocks noGrp="1"/>
          </p:cNvSpPr>
          <p:nvPr>
            <p:ph type="title"/>
          </p:nvPr>
        </p:nvSpPr>
        <p:spPr>
          <a:xfrm>
            <a:off x="359400" y="147860"/>
            <a:ext cx="11473200" cy="540000"/>
          </a:xfrm>
        </p:spPr>
        <p:txBody>
          <a:bodyPr/>
          <a:lstStyle/>
          <a:p>
            <a:pPr algn="ctr"/>
            <a:r>
              <a:rPr lang="en-US" b="1" dirty="0">
                <a:latin typeface="Arial" panose="020B0604020202020204" pitchFamily="34" charset="0"/>
                <a:cs typeface="Arial" panose="020B0604020202020204" pitchFamily="34" charset="0"/>
              </a:rPr>
              <a:t>WORKFLOW</a:t>
            </a:r>
            <a:endParaRPr lang="en-IN" b="1"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35F4D52-DA64-4EA6-62AD-A5EC289D495F}"/>
              </a:ext>
            </a:extLst>
          </p:cNvPr>
          <p:cNvSpPr>
            <a:spLocks noGrp="1"/>
          </p:cNvSpPr>
          <p:nvPr>
            <p:ph type="sldNum" sz="quarter" idx="14"/>
          </p:nvPr>
        </p:nvSpPr>
        <p:spPr/>
        <p:txBody>
          <a:bodyPr/>
          <a:lstStyle/>
          <a:p>
            <a:fld id="{058DB212-BFA2-403F-85EF-DFD3FF6D973A}" type="slidenum">
              <a:rPr lang="en-US" noProof="0" smtClean="0"/>
              <a:pPr/>
              <a:t>13</a:t>
            </a:fld>
            <a:endParaRPr lang="en-US" noProof="0"/>
          </a:p>
        </p:txBody>
      </p:sp>
      <p:sp>
        <p:nvSpPr>
          <p:cNvPr id="5" name="Rectangle 1">
            <a:extLst>
              <a:ext uri="{FF2B5EF4-FFF2-40B4-BE49-F238E27FC236}">
                <a16:creationId xmlns:a16="http://schemas.microsoft.com/office/drawing/2014/main" id="{B9EB7A05-9701-2FBF-CCBA-C6C50F8FEC5E}"/>
              </a:ext>
            </a:extLst>
          </p:cNvPr>
          <p:cNvSpPr>
            <a:spLocks noGrp="1" noChangeArrowheads="1"/>
          </p:cNvSpPr>
          <p:nvPr>
            <p:ph type="body" sz="quarter" idx="12"/>
          </p:nvPr>
        </p:nvSpPr>
        <p:spPr bwMode="auto">
          <a:xfrm>
            <a:off x="572840" y="767363"/>
            <a:ext cx="11320360" cy="5909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Input Image</a:t>
            </a:r>
            <a:r>
              <a:rPr kumimoji="0" lang="en-US" altLang="en-US" sz="1800" i="0" u="none" strike="noStrike" cap="none" normalizeH="0" baseline="0" dirty="0">
                <a:ln>
                  <a:noFill/>
                </a:ln>
                <a:solidFill>
                  <a:schemeClr val="tx1"/>
                </a:solidFill>
                <a:effectLst/>
                <a:latin typeface="Arial" panose="020B0604020202020204" pitchFamily="34" charset="0"/>
              </a:rPr>
              <a:t>: An image is provided for anomaly detection.</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Fine-Grained Anomaly Generation:</a:t>
            </a:r>
            <a:endParaRPr kumimoji="0" lang="en-US" altLang="en-US" sz="180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Arial" panose="020B0604020202020204" pitchFamily="34" charset="0"/>
              </a:rPr>
              <a:t>LLM generates a list of possible anomaly types for the image's category.</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Arial" panose="020B0604020202020204" pitchFamily="34" charset="0"/>
              </a:rPr>
              <a:t>Adaptively learned templates create detailed text prompts for both normal and abnormal cases.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Text Encoding: </a:t>
            </a:r>
            <a:r>
              <a:rPr kumimoji="0" lang="en-US" altLang="en-US" sz="1800" i="0" u="none" strike="noStrike" cap="none" normalizeH="0" baseline="0" dirty="0">
                <a:ln>
                  <a:noFill/>
                </a:ln>
                <a:solidFill>
                  <a:schemeClr val="tx1"/>
                </a:solidFill>
                <a:effectLst/>
                <a:latin typeface="Arial" panose="020B0604020202020204" pitchFamily="34" charset="0"/>
              </a:rPr>
              <a:t>Prompts are encoded by the CLIP Text Encoder.</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Preliminary Localization:</a:t>
            </a:r>
            <a:endParaRPr kumimoji="0" lang="en-US" altLang="en-US" sz="180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Arial" panose="020B0604020202020204" pitchFamily="34" charset="0"/>
              </a:rPr>
              <a:t>Text prompts are fed into Grounding DINO, which outputs bounding boxes for potential anomalies.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Arial" panose="020B0604020202020204" pitchFamily="34" charset="0"/>
              </a:rPr>
              <a:t>Position information is added to the text prompts.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Image Feature Extraction:</a:t>
            </a:r>
            <a:endParaRPr kumimoji="0" lang="en-US" altLang="en-US" sz="180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Arial" panose="020B0604020202020204" pitchFamily="34" charset="0"/>
              </a:rPr>
              <a:t>The image is passed through the CLIP Image Encoder.</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Arial" panose="020B0604020202020204" pitchFamily="34" charset="0"/>
              </a:rPr>
              <a:t>Patch features from multiple intermediate layers are extracted.</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MMCI Processing:</a:t>
            </a:r>
            <a:endParaRPr kumimoji="0" lang="en-US" altLang="en-US" sz="180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Arial" panose="020B0604020202020204" pitchFamily="34" charset="0"/>
              </a:rPr>
              <a:t>Patch features are processed with convolutional kernels of different sizes/shapes.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Arial" panose="020B0604020202020204" pitchFamily="34" charset="0"/>
              </a:rPr>
              <a:t>Feature similarity with position-enhanced text features is computed, generating anomaly maps for each layer.</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9997059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8D0A7D-87F9-ED6C-3D68-64EF1112DE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41422F-0CDB-00DF-BE0B-82E34FDB85FA}"/>
              </a:ext>
            </a:extLst>
          </p:cNvPr>
          <p:cNvSpPr>
            <a:spLocks noGrp="1"/>
          </p:cNvSpPr>
          <p:nvPr>
            <p:ph type="title"/>
          </p:nvPr>
        </p:nvSpPr>
        <p:spPr>
          <a:xfrm>
            <a:off x="359400" y="147860"/>
            <a:ext cx="11473200" cy="540000"/>
          </a:xfrm>
        </p:spPr>
        <p:txBody>
          <a:bodyPr/>
          <a:lstStyle/>
          <a:p>
            <a:pPr algn="ctr"/>
            <a:r>
              <a:rPr lang="en-US" b="1" dirty="0">
                <a:latin typeface="Arial" panose="020B0604020202020204" pitchFamily="34" charset="0"/>
                <a:cs typeface="Arial" panose="020B0604020202020204" pitchFamily="34" charset="0"/>
              </a:rPr>
              <a:t>WORKFLOW</a:t>
            </a:r>
            <a:endParaRPr lang="en-IN" b="1"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CEADEB3-2D20-DBFE-CF63-2599FC3D2B96}"/>
              </a:ext>
            </a:extLst>
          </p:cNvPr>
          <p:cNvSpPr>
            <a:spLocks noGrp="1"/>
          </p:cNvSpPr>
          <p:nvPr>
            <p:ph type="sldNum" sz="quarter" idx="14"/>
          </p:nvPr>
        </p:nvSpPr>
        <p:spPr/>
        <p:txBody>
          <a:bodyPr/>
          <a:lstStyle/>
          <a:p>
            <a:fld id="{058DB212-BFA2-403F-85EF-DFD3FF6D973A}" type="slidenum">
              <a:rPr lang="en-US" noProof="0" smtClean="0"/>
              <a:pPr/>
              <a:t>14</a:t>
            </a:fld>
            <a:endParaRPr lang="en-US" noProof="0"/>
          </a:p>
        </p:txBody>
      </p:sp>
      <p:sp>
        <p:nvSpPr>
          <p:cNvPr id="5" name="Rectangle 1">
            <a:extLst>
              <a:ext uri="{FF2B5EF4-FFF2-40B4-BE49-F238E27FC236}">
                <a16:creationId xmlns:a16="http://schemas.microsoft.com/office/drawing/2014/main" id="{940EE000-81CC-CBF4-0AF6-C2DF009E0101}"/>
              </a:ext>
            </a:extLst>
          </p:cNvPr>
          <p:cNvSpPr>
            <a:spLocks noGrp="1" noChangeArrowheads="1"/>
          </p:cNvSpPr>
          <p:nvPr>
            <p:ph type="body" sz="quarter" idx="12"/>
          </p:nvPr>
        </p:nvSpPr>
        <p:spPr bwMode="auto">
          <a:xfrm>
            <a:off x="512240" y="1491897"/>
            <a:ext cx="11320360"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endParaRPr kumimoji="0" lang="en-US" altLang="en-US" sz="180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Score Aggregation and Filtering:</a:t>
            </a:r>
            <a:endParaRPr kumimoji="0" lang="en-US" altLang="en-US" sz="180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Arial" panose="020B0604020202020204" pitchFamily="34" charset="0"/>
              </a:rPr>
              <a:t>Anomaly maps are filtered using bounding boxes from Grounding DINO.</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Arial" panose="020B0604020202020204" pitchFamily="34" charset="0"/>
              </a:rPr>
              <a:t>Maps are summed and normalized to produce the final anomaly map.</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Global Scoring:</a:t>
            </a:r>
            <a:endParaRPr kumimoji="0" lang="en-US" altLang="en-US" sz="180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Arial" panose="020B0604020202020204" pitchFamily="34" charset="0"/>
              </a:rPr>
              <a:t>Global image features are aligned with text features via the Adapter.</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Arial" panose="020B0604020202020204" pitchFamily="34" charset="0"/>
              </a:rPr>
              <a:t>The maximum anomaly map value is combined with the adapted global similarity score to yield the final anomaly score.</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Decision and Localization:</a:t>
            </a:r>
            <a:endParaRPr kumimoji="0" lang="en-US" altLang="en-US" sz="180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Arial" panose="020B0604020202020204" pitchFamily="34" charset="0"/>
              </a:rPr>
              <a:t>The image is classified as normal or anomalous.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Arial" panose="020B0604020202020204" pitchFamily="34" charset="0"/>
              </a:rPr>
              <a:t>The pixel-level anomaly map provides precise localization of the defect.</a:t>
            </a:r>
          </a:p>
        </p:txBody>
      </p:sp>
    </p:spTree>
    <p:extLst>
      <p:ext uri="{BB962C8B-B14F-4D97-AF65-F5344CB8AC3E}">
        <p14:creationId xmlns:p14="http://schemas.microsoft.com/office/powerpoint/2010/main" val="21145495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528A8C-BC8D-69C7-8427-A0069DAB87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566C3F-7C36-F9AA-3852-F7B404F0E8AE}"/>
              </a:ext>
            </a:extLst>
          </p:cNvPr>
          <p:cNvSpPr>
            <a:spLocks noGrp="1"/>
          </p:cNvSpPr>
          <p:nvPr>
            <p:ph type="title"/>
          </p:nvPr>
        </p:nvSpPr>
        <p:spPr>
          <a:xfrm>
            <a:off x="420000" y="458322"/>
            <a:ext cx="11473200" cy="540000"/>
          </a:xfrm>
        </p:spPr>
        <p:txBody>
          <a:bodyPr/>
          <a:lstStyle/>
          <a:p>
            <a:pPr algn="ctr"/>
            <a:r>
              <a:rPr lang="en-US" b="1" dirty="0">
                <a:latin typeface="Arial" panose="020B0604020202020204" pitchFamily="34" charset="0"/>
                <a:cs typeface="Arial" panose="020B0604020202020204" pitchFamily="34" charset="0"/>
              </a:rPr>
              <a:t>DATASETS USED</a:t>
            </a:r>
            <a:endParaRPr lang="en-IN" b="1"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070855A-5724-C068-411A-C653613894B4}"/>
              </a:ext>
            </a:extLst>
          </p:cNvPr>
          <p:cNvSpPr>
            <a:spLocks noGrp="1"/>
          </p:cNvSpPr>
          <p:nvPr>
            <p:ph type="sldNum" sz="quarter" idx="14"/>
          </p:nvPr>
        </p:nvSpPr>
        <p:spPr/>
        <p:txBody>
          <a:bodyPr/>
          <a:lstStyle/>
          <a:p>
            <a:fld id="{058DB212-BFA2-403F-85EF-DFD3FF6D973A}" type="slidenum">
              <a:rPr lang="en-US" noProof="0" smtClean="0"/>
              <a:pPr/>
              <a:t>15</a:t>
            </a:fld>
            <a:endParaRPr lang="en-US" noProof="0"/>
          </a:p>
        </p:txBody>
      </p:sp>
      <p:sp>
        <p:nvSpPr>
          <p:cNvPr id="5" name="Rectangle 1">
            <a:extLst>
              <a:ext uri="{FF2B5EF4-FFF2-40B4-BE49-F238E27FC236}">
                <a16:creationId xmlns:a16="http://schemas.microsoft.com/office/drawing/2014/main" id="{5A78F57F-E2B9-AEE3-694E-31F98D6E8678}"/>
              </a:ext>
            </a:extLst>
          </p:cNvPr>
          <p:cNvSpPr>
            <a:spLocks noGrp="1" noChangeArrowheads="1"/>
          </p:cNvSpPr>
          <p:nvPr>
            <p:ph type="body" sz="quarter" idx="12"/>
          </p:nvPr>
        </p:nvSpPr>
        <p:spPr bwMode="auto">
          <a:xfrm>
            <a:off x="98129" y="1123735"/>
            <a:ext cx="7492374" cy="5114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a:buFont typeface="Arial" panose="020B0604020202020204" pitchFamily="34" charset="0"/>
              <a:buChar char="•"/>
            </a:pPr>
            <a:r>
              <a:rPr kumimoji="0" lang="en-US" altLang="en-US" sz="1800" b="1" i="0" u="none" strike="noStrike" cap="none" normalizeH="0" baseline="0" dirty="0" err="1">
                <a:ln>
                  <a:noFill/>
                </a:ln>
                <a:solidFill>
                  <a:schemeClr val="tx1"/>
                </a:solidFill>
                <a:effectLst/>
                <a:latin typeface="Arial" panose="020B0604020202020204" pitchFamily="34" charset="0"/>
              </a:rPr>
              <a:t>VisA</a:t>
            </a:r>
            <a:r>
              <a:rPr kumimoji="0" lang="en-US" altLang="en-US" sz="1800" b="1" i="0" u="none" strike="noStrike" cap="none" normalizeH="0" baseline="0" dirty="0">
                <a:ln>
                  <a:noFill/>
                </a:ln>
                <a:solidFill>
                  <a:schemeClr val="tx1"/>
                </a:solidFill>
                <a:effectLst/>
                <a:latin typeface="Arial" panose="020B0604020202020204" pitchFamily="34" charset="0"/>
              </a:rPr>
              <a:t> Dataset</a:t>
            </a:r>
            <a:r>
              <a:rPr kumimoji="0" lang="en-US" altLang="en-US" sz="1800" i="0" u="none" strike="noStrike" cap="none" normalizeH="0" baseline="0" dirty="0">
                <a:ln>
                  <a:noFill/>
                </a:ln>
                <a:solidFill>
                  <a:schemeClr val="tx1"/>
                </a:solidFill>
                <a:effectLst/>
                <a:latin typeface="Arial" panose="020B0604020202020204" pitchFamily="34" charset="0"/>
              </a:rPr>
              <a:t>: Introduced by Zou et al. for anomaly detection and segmentation.</a:t>
            </a:r>
          </a:p>
          <a:p>
            <a:pPr marL="285750" indent="-285750">
              <a:buFont typeface="Arial" panose="020B0604020202020204" pitchFamily="34" charset="0"/>
              <a:buChar char="•"/>
            </a:pPr>
            <a:r>
              <a:rPr kumimoji="0" lang="en-US" altLang="en-US" sz="1800" i="0" u="none" strike="noStrike" cap="none" normalizeH="0" baseline="0" dirty="0">
                <a:ln>
                  <a:noFill/>
                </a:ln>
                <a:solidFill>
                  <a:schemeClr val="tx1"/>
                </a:solidFill>
                <a:effectLst/>
                <a:latin typeface="Arial" panose="020B0604020202020204" pitchFamily="34" charset="0"/>
              </a:rPr>
              <a:t>Images: 10,821 total (9,621 normal, 1,200 anomalous).</a:t>
            </a:r>
          </a:p>
          <a:p>
            <a:pPr marL="285750" indent="-285750">
              <a:buFont typeface="Arial" panose="020B0604020202020204" pitchFamily="34" charset="0"/>
              <a:buChar char="•"/>
            </a:pPr>
            <a:endParaRPr kumimoji="0" lang="en-US" altLang="en-US" sz="1800" i="0" u="none" strike="noStrike" cap="none" normalizeH="0" baseline="0" dirty="0">
              <a:ln>
                <a:noFill/>
              </a:ln>
              <a:solidFill>
                <a:schemeClr val="tx1"/>
              </a:solidFill>
              <a:effectLst/>
              <a:latin typeface="Arial" panose="020B0604020202020204" pitchFamily="34" charset="0"/>
            </a:endParaRPr>
          </a:p>
          <a:p>
            <a:pPr marL="285750" indent="-285750">
              <a:buFont typeface="Arial" panose="020B0604020202020204" pitchFamily="34" charset="0"/>
              <a:buChar char="•"/>
            </a:pPr>
            <a:r>
              <a:rPr kumimoji="0" lang="en-US" altLang="en-US" sz="1800" i="0" u="none" strike="noStrike" cap="none" normalizeH="0" baseline="0" dirty="0">
                <a:ln>
                  <a:noFill/>
                </a:ln>
                <a:solidFill>
                  <a:schemeClr val="tx1"/>
                </a:solidFill>
                <a:effectLst/>
                <a:latin typeface="Arial" panose="020B0604020202020204" pitchFamily="34" charset="0"/>
              </a:rPr>
              <a:t>12 Subsets:</a:t>
            </a:r>
          </a:p>
          <a:p>
            <a:pPr marL="285750" indent="-285750">
              <a:buFont typeface="Arial" panose="020B0604020202020204" pitchFamily="34" charset="0"/>
              <a:buChar char="•"/>
            </a:pPr>
            <a:r>
              <a:rPr kumimoji="0" lang="en-US" altLang="en-US" sz="1800" i="0" u="none" strike="noStrike" cap="none" normalizeH="0" baseline="0" dirty="0">
                <a:ln>
                  <a:noFill/>
                </a:ln>
                <a:solidFill>
                  <a:schemeClr val="tx1"/>
                </a:solidFill>
                <a:effectLst/>
                <a:latin typeface="Arial" panose="020B0604020202020204" pitchFamily="34" charset="0"/>
              </a:rPr>
              <a:t>4 subsets of printed circuit boards (PCBs) with complex structures.</a:t>
            </a:r>
          </a:p>
          <a:p>
            <a:pPr marL="285750" indent="-285750">
              <a:buFont typeface="Arial" panose="020B0604020202020204" pitchFamily="34" charset="0"/>
              <a:buChar char="•"/>
            </a:pPr>
            <a:endParaRPr kumimoji="0" lang="en-US" altLang="en-US" sz="1800" i="0" u="none" strike="noStrike" cap="none" normalizeH="0" baseline="0" dirty="0">
              <a:ln>
                <a:noFill/>
              </a:ln>
              <a:solidFill>
                <a:schemeClr val="tx1"/>
              </a:solidFill>
              <a:effectLst/>
              <a:latin typeface="Arial" panose="020B0604020202020204" pitchFamily="34" charset="0"/>
            </a:endParaRPr>
          </a:p>
          <a:p>
            <a:pPr marL="285750" indent="-285750">
              <a:buFont typeface="Arial" panose="020B0604020202020204" pitchFamily="34" charset="0"/>
              <a:buChar char="•"/>
            </a:pPr>
            <a:r>
              <a:rPr kumimoji="0" lang="en-US" altLang="en-US" sz="1800" i="0" u="none" strike="noStrike" cap="none" normalizeH="0" baseline="0" dirty="0">
                <a:ln>
                  <a:noFill/>
                </a:ln>
                <a:solidFill>
                  <a:schemeClr val="tx1"/>
                </a:solidFill>
                <a:effectLst/>
                <a:latin typeface="Arial" panose="020B0604020202020204" pitchFamily="34" charset="0"/>
              </a:rPr>
              <a:t>4 subsets with multiple instances (Capsules, Candles, Macaroni1, Macaroni2) varying in pose and location.</a:t>
            </a:r>
          </a:p>
          <a:p>
            <a:pPr marL="285750" indent="-285750">
              <a:buFont typeface="Arial" panose="020B0604020202020204" pitchFamily="34" charset="0"/>
              <a:buChar char="•"/>
            </a:pPr>
            <a:endParaRPr kumimoji="0" lang="en-US" altLang="en-US" sz="1800" i="0" u="none" strike="noStrike" cap="none" normalizeH="0" baseline="0" dirty="0">
              <a:ln>
                <a:noFill/>
              </a:ln>
              <a:solidFill>
                <a:schemeClr val="tx1"/>
              </a:solidFill>
              <a:effectLst/>
              <a:latin typeface="Arial" panose="020B0604020202020204" pitchFamily="34" charset="0"/>
            </a:endParaRPr>
          </a:p>
          <a:p>
            <a:pPr marL="285750" indent="-285750">
              <a:buFont typeface="Arial" panose="020B0604020202020204" pitchFamily="34" charset="0"/>
              <a:buChar char="•"/>
            </a:pPr>
            <a:r>
              <a:rPr kumimoji="0" lang="en-US" altLang="en-US" sz="1800" i="0" u="none" strike="noStrike" cap="none" normalizeH="0" baseline="0" dirty="0">
                <a:ln>
                  <a:noFill/>
                </a:ln>
                <a:solidFill>
                  <a:schemeClr val="tx1"/>
                </a:solidFill>
                <a:effectLst/>
                <a:latin typeface="Arial" panose="020B0604020202020204" pitchFamily="34" charset="0"/>
              </a:rPr>
              <a:t>4 subsets of aligned objects (Cashew, Chewing gum, </a:t>
            </a:r>
            <a:r>
              <a:rPr kumimoji="0" lang="en-US" altLang="en-US" sz="1800" i="0" u="none" strike="noStrike" cap="none" normalizeH="0" baseline="0" dirty="0" err="1">
                <a:ln>
                  <a:noFill/>
                </a:ln>
                <a:solidFill>
                  <a:schemeClr val="tx1"/>
                </a:solidFill>
                <a:effectLst/>
                <a:latin typeface="Arial" panose="020B0604020202020204" pitchFamily="34" charset="0"/>
              </a:rPr>
              <a:t>Fryum</a:t>
            </a:r>
            <a:r>
              <a:rPr kumimoji="0" lang="en-US" altLang="en-US" sz="1800" i="0" u="none" strike="noStrike" cap="none" normalizeH="0" baseline="0" dirty="0">
                <a:ln>
                  <a:noFill/>
                </a:ln>
                <a:solidFill>
                  <a:schemeClr val="tx1"/>
                </a:solidFill>
                <a:effectLst/>
                <a:latin typeface="Arial" panose="020B0604020202020204" pitchFamily="34" charset="0"/>
              </a:rPr>
              <a:t>, Pipe </a:t>
            </a:r>
            <a:r>
              <a:rPr kumimoji="0" lang="en-US" altLang="en-US" sz="1800" i="0" u="none" strike="noStrike" cap="none" normalizeH="0" baseline="0" dirty="0" err="1">
                <a:ln>
                  <a:noFill/>
                </a:ln>
                <a:solidFill>
                  <a:schemeClr val="tx1"/>
                </a:solidFill>
                <a:effectLst/>
                <a:latin typeface="Arial" panose="020B0604020202020204" pitchFamily="34" charset="0"/>
              </a:rPr>
              <a:t>fryum</a:t>
            </a:r>
            <a:r>
              <a:rPr kumimoji="0" lang="en-US" altLang="en-US" sz="1800" i="0" u="none" strike="noStrike" cap="none" normalizeH="0" baseline="0" dirty="0">
                <a:ln>
                  <a:noFill/>
                </a:ln>
                <a:solidFill>
                  <a:schemeClr val="tx1"/>
                </a:solidFill>
                <a:effectLst/>
                <a:latin typeface="Arial" panose="020B0604020202020204" pitchFamily="34" charset="0"/>
              </a:rPr>
              <a:t>).</a:t>
            </a:r>
          </a:p>
          <a:p>
            <a:pPr marL="285750" indent="-285750">
              <a:buFont typeface="Arial" panose="020B0604020202020204" pitchFamily="34" charset="0"/>
              <a:buChar char="•"/>
            </a:pPr>
            <a:endParaRPr kumimoji="0" lang="en-US" altLang="en-US" sz="1800" i="0" u="none" strike="noStrike" cap="none" normalizeH="0" baseline="0" dirty="0">
              <a:ln>
                <a:noFill/>
              </a:ln>
              <a:solidFill>
                <a:schemeClr val="tx1"/>
              </a:solidFill>
              <a:effectLst/>
              <a:latin typeface="Arial" panose="020B0604020202020204" pitchFamily="34" charset="0"/>
            </a:endParaRPr>
          </a:p>
          <a:p>
            <a:pPr marL="285750" indent="-285750">
              <a:buFont typeface="Arial" panose="020B0604020202020204" pitchFamily="34" charset="0"/>
              <a:buChar char="•"/>
            </a:pPr>
            <a:r>
              <a:rPr kumimoji="0" lang="en-US" altLang="en-US" sz="1800" i="0" u="none" strike="noStrike" cap="none" normalizeH="0" baseline="0" dirty="0">
                <a:ln>
                  <a:noFill/>
                </a:ln>
                <a:solidFill>
                  <a:schemeClr val="tx1"/>
                </a:solidFill>
                <a:effectLst/>
                <a:latin typeface="Arial" panose="020B0604020202020204" pitchFamily="34" charset="0"/>
              </a:rPr>
              <a:t>Anomalies: Includes surface defects (scratches, dents, cracks) and structural defects (misplacement, missing parts).</a:t>
            </a:r>
            <a:endParaRPr lang="en-US" sz="4000" i="0" dirty="0">
              <a:solidFill>
                <a:schemeClr val="tx1"/>
              </a:solidFill>
              <a:effectLst>
                <a:glow rad="38100">
                  <a:schemeClr val="bg1">
                    <a:lumMod val="65000"/>
                    <a:lumOff val="35000"/>
                    <a:alpha val="40000"/>
                  </a:schemeClr>
                </a:glow>
              </a:effectLst>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9FEB7FFD-E5E8-099E-2C1E-F6629AC54BC3}"/>
              </a:ext>
            </a:extLst>
          </p:cNvPr>
          <p:cNvPicPr>
            <a:picLocks noChangeAspect="1"/>
          </p:cNvPicPr>
          <p:nvPr/>
        </p:nvPicPr>
        <p:blipFill>
          <a:blip r:embed="rId2"/>
          <a:stretch>
            <a:fillRect/>
          </a:stretch>
        </p:blipFill>
        <p:spPr>
          <a:xfrm>
            <a:off x="7617869" y="1967639"/>
            <a:ext cx="3976531" cy="3119368"/>
          </a:xfrm>
          <a:prstGeom prst="rect">
            <a:avLst/>
          </a:prstGeom>
        </p:spPr>
      </p:pic>
    </p:spTree>
    <p:extLst>
      <p:ext uri="{BB962C8B-B14F-4D97-AF65-F5344CB8AC3E}">
        <p14:creationId xmlns:p14="http://schemas.microsoft.com/office/powerpoint/2010/main" val="24143636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DF8F41-431C-93D7-B9D7-A6CBCD35FF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225D23-D9B7-F1FE-0436-964903B5D9EA}"/>
              </a:ext>
            </a:extLst>
          </p:cNvPr>
          <p:cNvSpPr>
            <a:spLocks noGrp="1"/>
          </p:cNvSpPr>
          <p:nvPr>
            <p:ph type="title"/>
          </p:nvPr>
        </p:nvSpPr>
        <p:spPr>
          <a:xfrm>
            <a:off x="420000" y="458322"/>
            <a:ext cx="11473200" cy="540000"/>
          </a:xfrm>
        </p:spPr>
        <p:txBody>
          <a:bodyPr/>
          <a:lstStyle/>
          <a:p>
            <a:pPr algn="ctr"/>
            <a:r>
              <a:rPr lang="en-IN" b="1" dirty="0">
                <a:latin typeface="Arial" panose="020B0604020202020204" pitchFamily="34" charset="0"/>
                <a:cs typeface="Arial" panose="020B0604020202020204" pitchFamily="34" charset="0"/>
              </a:rPr>
              <a:t>Comparison with Other Models</a:t>
            </a:r>
          </a:p>
        </p:txBody>
      </p:sp>
      <p:sp>
        <p:nvSpPr>
          <p:cNvPr id="4" name="Slide Number Placeholder 3">
            <a:extLst>
              <a:ext uri="{FF2B5EF4-FFF2-40B4-BE49-F238E27FC236}">
                <a16:creationId xmlns:a16="http://schemas.microsoft.com/office/drawing/2014/main" id="{570E1CBB-E9B4-669D-E27B-FEB53094A1E2}"/>
              </a:ext>
            </a:extLst>
          </p:cNvPr>
          <p:cNvSpPr>
            <a:spLocks noGrp="1"/>
          </p:cNvSpPr>
          <p:nvPr>
            <p:ph type="sldNum" sz="quarter" idx="14"/>
          </p:nvPr>
        </p:nvSpPr>
        <p:spPr/>
        <p:txBody>
          <a:bodyPr/>
          <a:lstStyle/>
          <a:p>
            <a:fld id="{058DB212-BFA2-403F-85EF-DFD3FF6D973A}" type="slidenum">
              <a:rPr lang="en-US" noProof="0" smtClean="0"/>
              <a:pPr/>
              <a:t>16</a:t>
            </a:fld>
            <a:endParaRPr lang="en-US" noProof="0"/>
          </a:p>
        </p:txBody>
      </p:sp>
      <p:sp>
        <p:nvSpPr>
          <p:cNvPr id="5" name="Rectangle 1">
            <a:extLst>
              <a:ext uri="{FF2B5EF4-FFF2-40B4-BE49-F238E27FC236}">
                <a16:creationId xmlns:a16="http://schemas.microsoft.com/office/drawing/2014/main" id="{7F01DBB4-5DEE-C16C-1791-5C77D3CC42A6}"/>
              </a:ext>
            </a:extLst>
          </p:cNvPr>
          <p:cNvSpPr>
            <a:spLocks noGrp="1" noChangeArrowheads="1"/>
          </p:cNvSpPr>
          <p:nvPr>
            <p:ph type="body" sz="quarter" idx="12"/>
          </p:nvPr>
        </p:nvSpPr>
        <p:spPr bwMode="auto">
          <a:xfrm>
            <a:off x="1150180" y="1396805"/>
            <a:ext cx="10156917"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err="1">
                <a:ln>
                  <a:noFill/>
                </a:ln>
                <a:solidFill>
                  <a:schemeClr val="tx1"/>
                </a:solidFill>
                <a:effectLst/>
                <a:latin typeface="Arial" panose="020B0604020202020204" pitchFamily="34" charset="0"/>
              </a:rPr>
              <a:t>FiLo</a:t>
            </a:r>
            <a:r>
              <a:rPr kumimoji="0" lang="en-US" altLang="en-US" sz="2000" b="1" i="0" u="none" strike="noStrike" cap="none" normalizeH="0" baseline="0" dirty="0">
                <a:ln>
                  <a:noFill/>
                </a:ln>
                <a:solidFill>
                  <a:schemeClr val="tx1"/>
                </a:solidFill>
                <a:effectLst/>
                <a:latin typeface="Arial" panose="020B0604020202020204" pitchFamily="34" charset="0"/>
              </a:rPr>
              <a:t> vs. State-of-the-Art Methods</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Arial" panose="020B0604020202020204" pitchFamily="34" charset="0"/>
              </a:rPr>
              <a:t>State-of-the-Art Performance: Achieves image-level AUC of 83.9% and pixel-level AUC of 95.9% on </a:t>
            </a:r>
            <a:r>
              <a:rPr kumimoji="0" lang="en-US" altLang="en-US" sz="2000" i="0" u="none" strike="noStrike" cap="none" normalizeH="0" baseline="0" dirty="0" err="1">
                <a:ln>
                  <a:noFill/>
                </a:ln>
                <a:solidFill>
                  <a:schemeClr val="tx1"/>
                </a:solidFill>
                <a:effectLst/>
                <a:latin typeface="Arial" panose="020B0604020202020204" pitchFamily="34" charset="0"/>
              </a:rPr>
              <a:t>VisA</a:t>
            </a:r>
            <a:r>
              <a:rPr kumimoji="0" lang="en-US" altLang="en-US" sz="2000" i="0" u="none" strike="noStrike" cap="none" normalizeH="0" baseline="0" dirty="0">
                <a:ln>
                  <a:noFill/>
                </a:ln>
                <a:solidFill>
                  <a:schemeClr val="tx1"/>
                </a:solidFill>
                <a:effectLst/>
                <a:latin typeface="Arial" panose="020B0604020202020204" pitchFamily="34" charset="0"/>
              </a:rPr>
              <a:t>, outperforming previous methods</a:t>
            </a:r>
            <a:br>
              <a:rPr kumimoji="0" lang="en-US" altLang="en-US" sz="2000" i="0" u="none" strike="noStrike" cap="none" normalizeH="0" baseline="0" dirty="0">
                <a:ln>
                  <a:noFill/>
                </a:ln>
                <a:solidFill>
                  <a:schemeClr val="tx1"/>
                </a:solidFill>
                <a:effectLst/>
                <a:latin typeface="Arial" panose="020B0604020202020204" pitchFamily="34" charset="0"/>
              </a:rPr>
            </a:br>
            <a:endParaRPr kumimoji="0" lang="en-US" altLang="en-US" sz="2000" i="0" u="none" strike="noStrike" cap="none" normalizeH="0" baseline="0" dirty="0">
              <a:ln>
                <a:noFill/>
              </a:ln>
              <a:solidFill>
                <a:schemeClr val="tx1"/>
              </a:solidFill>
              <a:effectLst/>
              <a:latin typeface="Arial" panose="020B0604020202020204" pitchFamily="34" charset="0"/>
            </a:endParaRPr>
          </a:p>
        </p:txBody>
      </p:sp>
      <p:pic>
        <p:nvPicPr>
          <p:cNvPr id="6" name="Picture 5">
            <a:extLst>
              <a:ext uri="{FF2B5EF4-FFF2-40B4-BE49-F238E27FC236}">
                <a16:creationId xmlns:a16="http://schemas.microsoft.com/office/drawing/2014/main" id="{2BD1DF8D-DA49-008D-6290-E9B7BDF239AD}"/>
              </a:ext>
            </a:extLst>
          </p:cNvPr>
          <p:cNvPicPr>
            <a:picLocks noChangeAspect="1"/>
          </p:cNvPicPr>
          <p:nvPr/>
        </p:nvPicPr>
        <p:blipFill>
          <a:blip r:embed="rId2"/>
          <a:srcRect r="70407"/>
          <a:stretch/>
        </p:blipFill>
        <p:spPr>
          <a:xfrm>
            <a:off x="3800850" y="2693936"/>
            <a:ext cx="2224305" cy="3705742"/>
          </a:xfrm>
          <a:prstGeom prst="rect">
            <a:avLst/>
          </a:prstGeom>
        </p:spPr>
      </p:pic>
      <p:pic>
        <p:nvPicPr>
          <p:cNvPr id="7" name="Picture 6">
            <a:extLst>
              <a:ext uri="{FF2B5EF4-FFF2-40B4-BE49-F238E27FC236}">
                <a16:creationId xmlns:a16="http://schemas.microsoft.com/office/drawing/2014/main" id="{7145D17A-CE60-D542-024E-5C39D1FD1F98}"/>
              </a:ext>
            </a:extLst>
          </p:cNvPr>
          <p:cNvPicPr>
            <a:picLocks noChangeAspect="1"/>
          </p:cNvPicPr>
          <p:nvPr/>
        </p:nvPicPr>
        <p:blipFill>
          <a:blip r:embed="rId2"/>
          <a:srcRect l="61120" r="25527"/>
          <a:stretch/>
        </p:blipFill>
        <p:spPr>
          <a:xfrm>
            <a:off x="6025155" y="2693936"/>
            <a:ext cx="963756" cy="3705742"/>
          </a:xfrm>
          <a:prstGeom prst="rect">
            <a:avLst/>
          </a:prstGeom>
        </p:spPr>
      </p:pic>
    </p:spTree>
    <p:extLst>
      <p:ext uri="{BB962C8B-B14F-4D97-AF65-F5344CB8AC3E}">
        <p14:creationId xmlns:p14="http://schemas.microsoft.com/office/powerpoint/2010/main" val="35844357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56BA14-1312-47BC-6459-0811F6BA54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65FE8B-F8A0-B623-702B-7F159191245A}"/>
              </a:ext>
            </a:extLst>
          </p:cNvPr>
          <p:cNvSpPr>
            <a:spLocks noGrp="1"/>
          </p:cNvSpPr>
          <p:nvPr>
            <p:ph type="title"/>
          </p:nvPr>
        </p:nvSpPr>
        <p:spPr>
          <a:xfrm>
            <a:off x="420000" y="458322"/>
            <a:ext cx="11473200" cy="540000"/>
          </a:xfrm>
        </p:spPr>
        <p:txBody>
          <a:bodyPr/>
          <a:lstStyle/>
          <a:p>
            <a:pPr algn="ctr"/>
            <a:r>
              <a:rPr lang="en-IN" b="1" dirty="0">
                <a:latin typeface="Arial" panose="020B0604020202020204" pitchFamily="34" charset="0"/>
                <a:cs typeface="Arial" panose="020B0604020202020204" pitchFamily="34" charset="0"/>
              </a:rPr>
              <a:t>RESULTS</a:t>
            </a:r>
          </a:p>
        </p:txBody>
      </p:sp>
      <p:sp>
        <p:nvSpPr>
          <p:cNvPr id="4" name="Slide Number Placeholder 3">
            <a:extLst>
              <a:ext uri="{FF2B5EF4-FFF2-40B4-BE49-F238E27FC236}">
                <a16:creationId xmlns:a16="http://schemas.microsoft.com/office/drawing/2014/main" id="{7B2B4AE1-CECE-1025-0DD7-7BFE9EA21B8D}"/>
              </a:ext>
            </a:extLst>
          </p:cNvPr>
          <p:cNvSpPr>
            <a:spLocks noGrp="1"/>
          </p:cNvSpPr>
          <p:nvPr>
            <p:ph type="sldNum" sz="quarter" idx="14"/>
          </p:nvPr>
        </p:nvSpPr>
        <p:spPr/>
        <p:txBody>
          <a:bodyPr/>
          <a:lstStyle/>
          <a:p>
            <a:fld id="{058DB212-BFA2-403F-85EF-DFD3FF6D973A}" type="slidenum">
              <a:rPr lang="en-US" noProof="0" smtClean="0"/>
              <a:pPr/>
              <a:t>17</a:t>
            </a:fld>
            <a:endParaRPr lang="en-US" noProof="0"/>
          </a:p>
        </p:txBody>
      </p:sp>
      <p:sp>
        <p:nvSpPr>
          <p:cNvPr id="5" name="Rectangle 1">
            <a:extLst>
              <a:ext uri="{FF2B5EF4-FFF2-40B4-BE49-F238E27FC236}">
                <a16:creationId xmlns:a16="http://schemas.microsoft.com/office/drawing/2014/main" id="{27B6E68A-EDDE-8239-16DA-C0017D895C04}"/>
              </a:ext>
            </a:extLst>
          </p:cNvPr>
          <p:cNvSpPr>
            <a:spLocks noGrp="1" noChangeArrowheads="1"/>
          </p:cNvSpPr>
          <p:nvPr>
            <p:ph type="body" sz="quarter" idx="12"/>
          </p:nvPr>
        </p:nvSpPr>
        <p:spPr bwMode="auto">
          <a:xfrm>
            <a:off x="1150180" y="1550693"/>
            <a:ext cx="10156917"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err="1">
                <a:ln>
                  <a:noFill/>
                </a:ln>
                <a:solidFill>
                  <a:schemeClr val="tx1"/>
                </a:solidFill>
                <a:effectLst/>
                <a:latin typeface="Arial" panose="020B0604020202020204" pitchFamily="34" charset="0"/>
              </a:rPr>
              <a:t>FiLo</a:t>
            </a:r>
            <a:r>
              <a:rPr kumimoji="0" lang="en-US" altLang="en-US" sz="2000" b="1"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Arial" panose="020B0604020202020204" pitchFamily="34" charset="0"/>
              </a:rPr>
              <a:t>We Achieved Image level AUC of 75.8% and Pixel level AUC of 59%</a:t>
            </a:r>
            <a:br>
              <a:rPr kumimoji="0" lang="en-US" altLang="en-US" sz="2000" i="0" u="none" strike="noStrike" cap="none" normalizeH="0" baseline="0" dirty="0">
                <a:ln>
                  <a:noFill/>
                </a:ln>
                <a:solidFill>
                  <a:schemeClr val="tx1"/>
                </a:solidFill>
                <a:effectLst/>
                <a:latin typeface="Arial" panose="020B0604020202020204" pitchFamily="34" charset="0"/>
              </a:rPr>
            </a:br>
            <a:endParaRPr kumimoji="0" lang="en-US" altLang="en-US" sz="2000" i="0" u="none" strike="noStrike" cap="none" normalizeH="0" baseline="0" dirty="0">
              <a:ln>
                <a:noFill/>
              </a:ln>
              <a:solidFill>
                <a:schemeClr val="tx1"/>
              </a:solidFill>
              <a:effectLst/>
              <a:latin typeface="Arial" panose="020B0604020202020204" pitchFamily="34" charset="0"/>
            </a:endParaRPr>
          </a:p>
        </p:txBody>
      </p:sp>
      <p:pic>
        <p:nvPicPr>
          <p:cNvPr id="6" name="Picture 5">
            <a:extLst>
              <a:ext uri="{FF2B5EF4-FFF2-40B4-BE49-F238E27FC236}">
                <a16:creationId xmlns:a16="http://schemas.microsoft.com/office/drawing/2014/main" id="{D9F3B0EA-85E3-B712-F465-471B3A89C506}"/>
              </a:ext>
            </a:extLst>
          </p:cNvPr>
          <p:cNvPicPr>
            <a:picLocks noChangeAspect="1"/>
          </p:cNvPicPr>
          <p:nvPr/>
        </p:nvPicPr>
        <p:blipFill>
          <a:blip r:embed="rId2"/>
          <a:srcRect l="1495" r="66127"/>
          <a:stretch/>
        </p:blipFill>
        <p:spPr>
          <a:xfrm>
            <a:off x="3854244" y="2676932"/>
            <a:ext cx="2566219" cy="3229426"/>
          </a:xfrm>
          <a:prstGeom prst="rect">
            <a:avLst/>
          </a:prstGeom>
        </p:spPr>
      </p:pic>
      <p:pic>
        <p:nvPicPr>
          <p:cNvPr id="8" name="Picture 7">
            <a:extLst>
              <a:ext uri="{FF2B5EF4-FFF2-40B4-BE49-F238E27FC236}">
                <a16:creationId xmlns:a16="http://schemas.microsoft.com/office/drawing/2014/main" id="{13C1A721-30EB-66DD-AD06-5FF5B7DB64D0}"/>
              </a:ext>
            </a:extLst>
          </p:cNvPr>
          <p:cNvPicPr>
            <a:picLocks noChangeAspect="1"/>
          </p:cNvPicPr>
          <p:nvPr/>
        </p:nvPicPr>
        <p:blipFill>
          <a:blip r:embed="rId2"/>
          <a:srcRect l="64638" r="21840"/>
          <a:stretch/>
        </p:blipFill>
        <p:spPr>
          <a:xfrm>
            <a:off x="6420463" y="2676932"/>
            <a:ext cx="1071718" cy="3229426"/>
          </a:xfrm>
          <a:prstGeom prst="rect">
            <a:avLst/>
          </a:prstGeom>
        </p:spPr>
      </p:pic>
    </p:spTree>
    <p:extLst>
      <p:ext uri="{BB962C8B-B14F-4D97-AF65-F5344CB8AC3E}">
        <p14:creationId xmlns:p14="http://schemas.microsoft.com/office/powerpoint/2010/main" val="869339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5B6D04-DBCC-0C31-56D0-B60D08F5AB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BFFCE2-5F1D-FAB6-2BD2-745E40232E2F}"/>
              </a:ext>
            </a:extLst>
          </p:cNvPr>
          <p:cNvSpPr>
            <a:spLocks noGrp="1"/>
          </p:cNvSpPr>
          <p:nvPr>
            <p:ph type="title"/>
          </p:nvPr>
        </p:nvSpPr>
        <p:spPr>
          <a:xfrm>
            <a:off x="420000" y="458322"/>
            <a:ext cx="11473200" cy="540000"/>
          </a:xfrm>
        </p:spPr>
        <p:txBody>
          <a:bodyPr/>
          <a:lstStyle/>
          <a:p>
            <a:pPr algn="ctr"/>
            <a:r>
              <a:rPr lang="en-IN" b="1" dirty="0">
                <a:latin typeface="Arial" panose="020B0604020202020204" pitchFamily="34" charset="0"/>
                <a:cs typeface="Arial" panose="020B0604020202020204" pitchFamily="34" charset="0"/>
              </a:rPr>
              <a:t>RESULTS</a:t>
            </a:r>
          </a:p>
        </p:txBody>
      </p:sp>
      <p:sp>
        <p:nvSpPr>
          <p:cNvPr id="4" name="Slide Number Placeholder 3">
            <a:extLst>
              <a:ext uri="{FF2B5EF4-FFF2-40B4-BE49-F238E27FC236}">
                <a16:creationId xmlns:a16="http://schemas.microsoft.com/office/drawing/2014/main" id="{CD1CA24C-55C2-4FCE-4A43-3AF7CE61E4A3}"/>
              </a:ext>
            </a:extLst>
          </p:cNvPr>
          <p:cNvSpPr>
            <a:spLocks noGrp="1"/>
          </p:cNvSpPr>
          <p:nvPr>
            <p:ph type="sldNum" sz="quarter" idx="14"/>
          </p:nvPr>
        </p:nvSpPr>
        <p:spPr/>
        <p:txBody>
          <a:bodyPr/>
          <a:lstStyle/>
          <a:p>
            <a:fld id="{058DB212-BFA2-403F-85EF-DFD3FF6D973A}" type="slidenum">
              <a:rPr lang="en-US" noProof="0" smtClean="0"/>
              <a:pPr/>
              <a:t>18</a:t>
            </a:fld>
            <a:endParaRPr lang="en-US" noProof="0"/>
          </a:p>
        </p:txBody>
      </p:sp>
      <p:sp>
        <p:nvSpPr>
          <p:cNvPr id="5" name="Rectangle 1">
            <a:extLst>
              <a:ext uri="{FF2B5EF4-FFF2-40B4-BE49-F238E27FC236}">
                <a16:creationId xmlns:a16="http://schemas.microsoft.com/office/drawing/2014/main" id="{6735F4E2-4F31-5105-9274-7EAC5354C83C}"/>
              </a:ext>
            </a:extLst>
          </p:cNvPr>
          <p:cNvSpPr>
            <a:spLocks noGrp="1" noChangeArrowheads="1"/>
          </p:cNvSpPr>
          <p:nvPr>
            <p:ph type="body" sz="quarter" idx="12"/>
          </p:nvPr>
        </p:nvSpPr>
        <p:spPr bwMode="auto">
          <a:xfrm>
            <a:off x="1150180" y="1396805"/>
            <a:ext cx="10156917"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For model analysis We have removed the adapter and checked the results</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2000" dirty="0">
                <a:solidFill>
                  <a:schemeClr val="tx1"/>
                </a:solidFill>
                <a:latin typeface="Arial" panose="020B0604020202020204" pitchFamily="34" charset="0"/>
              </a:rPr>
              <a:t>By removing the adapter we have reduced the parameters by 500k</a:t>
            </a:r>
            <a:endParaRPr kumimoji="0" lang="en-US" altLang="en-US" sz="20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Arial" panose="020B0604020202020204" pitchFamily="34" charset="0"/>
              </a:rPr>
              <a:t>We Achieved Image level AUC of </a:t>
            </a:r>
            <a:r>
              <a:rPr lang="en-US" altLang="en-US" sz="2000" dirty="0">
                <a:solidFill>
                  <a:schemeClr val="tx1"/>
                </a:solidFill>
                <a:latin typeface="Arial" panose="020B0604020202020204" pitchFamily="34" charset="0"/>
              </a:rPr>
              <a:t>70.4</a:t>
            </a:r>
            <a:r>
              <a:rPr kumimoji="0" lang="en-US" altLang="en-US" sz="2000" i="0" u="none" strike="noStrike" cap="none" normalizeH="0" baseline="0" dirty="0">
                <a:ln>
                  <a:noFill/>
                </a:ln>
                <a:solidFill>
                  <a:schemeClr val="tx1"/>
                </a:solidFill>
                <a:effectLst/>
                <a:latin typeface="Arial" panose="020B0604020202020204" pitchFamily="34" charset="0"/>
              </a:rPr>
              <a:t>% and Pixel level AUC of 56.5%</a:t>
            </a:r>
            <a:br>
              <a:rPr kumimoji="0" lang="en-US" altLang="en-US" sz="2000" i="0" u="none" strike="noStrike" cap="none" normalizeH="0" baseline="0" dirty="0">
                <a:ln>
                  <a:noFill/>
                </a:ln>
                <a:solidFill>
                  <a:schemeClr val="tx1"/>
                </a:solidFill>
                <a:effectLst/>
                <a:latin typeface="Arial" panose="020B0604020202020204" pitchFamily="34" charset="0"/>
              </a:rPr>
            </a:br>
            <a:endParaRPr kumimoji="0" lang="en-US" altLang="en-US" sz="2000" i="0" u="none" strike="noStrike" cap="none" normalizeH="0" baseline="0" dirty="0">
              <a:ln>
                <a:noFill/>
              </a:ln>
              <a:solidFill>
                <a:schemeClr val="tx1"/>
              </a:solidFill>
              <a:effectLst/>
              <a:latin typeface="Arial" panose="020B0604020202020204" pitchFamily="34" charset="0"/>
            </a:endParaRPr>
          </a:p>
        </p:txBody>
      </p:sp>
      <p:pic>
        <p:nvPicPr>
          <p:cNvPr id="3" name="Picture 2">
            <a:extLst>
              <a:ext uri="{FF2B5EF4-FFF2-40B4-BE49-F238E27FC236}">
                <a16:creationId xmlns:a16="http://schemas.microsoft.com/office/drawing/2014/main" id="{41C518EC-8F11-B9BA-2CCA-E9065ADE5F47}"/>
              </a:ext>
            </a:extLst>
          </p:cNvPr>
          <p:cNvPicPr>
            <a:picLocks noChangeAspect="1"/>
          </p:cNvPicPr>
          <p:nvPr/>
        </p:nvPicPr>
        <p:blipFill>
          <a:blip r:embed="rId2"/>
          <a:srcRect r="72495"/>
          <a:stretch/>
        </p:blipFill>
        <p:spPr>
          <a:xfrm>
            <a:off x="4708790" y="2916687"/>
            <a:ext cx="1721506" cy="3061325"/>
          </a:xfrm>
          <a:prstGeom prst="rect">
            <a:avLst/>
          </a:prstGeom>
        </p:spPr>
      </p:pic>
      <p:pic>
        <p:nvPicPr>
          <p:cNvPr id="8" name="Picture 7">
            <a:extLst>
              <a:ext uri="{FF2B5EF4-FFF2-40B4-BE49-F238E27FC236}">
                <a16:creationId xmlns:a16="http://schemas.microsoft.com/office/drawing/2014/main" id="{639CB7F2-20E4-15B9-5177-3F5190695870}"/>
              </a:ext>
            </a:extLst>
          </p:cNvPr>
          <p:cNvPicPr>
            <a:picLocks noChangeAspect="1"/>
          </p:cNvPicPr>
          <p:nvPr/>
        </p:nvPicPr>
        <p:blipFill>
          <a:blip r:embed="rId2"/>
          <a:srcRect l="61987" r="24032"/>
          <a:stretch/>
        </p:blipFill>
        <p:spPr>
          <a:xfrm>
            <a:off x="6430296" y="2916687"/>
            <a:ext cx="875072" cy="3061325"/>
          </a:xfrm>
          <a:prstGeom prst="rect">
            <a:avLst/>
          </a:prstGeom>
        </p:spPr>
      </p:pic>
    </p:spTree>
    <p:extLst>
      <p:ext uri="{BB962C8B-B14F-4D97-AF65-F5344CB8AC3E}">
        <p14:creationId xmlns:p14="http://schemas.microsoft.com/office/powerpoint/2010/main" val="13747434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B4FCD5-2AD9-ED48-C30E-AFD7C35DBC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4401F4-F118-6A6E-B070-21CB8602FBB8}"/>
              </a:ext>
            </a:extLst>
          </p:cNvPr>
          <p:cNvSpPr>
            <a:spLocks noGrp="1"/>
          </p:cNvSpPr>
          <p:nvPr>
            <p:ph type="title"/>
          </p:nvPr>
        </p:nvSpPr>
        <p:spPr>
          <a:xfrm>
            <a:off x="420000" y="458322"/>
            <a:ext cx="11473200" cy="540000"/>
          </a:xfrm>
        </p:spPr>
        <p:txBody>
          <a:bodyPr/>
          <a:lstStyle/>
          <a:p>
            <a:pPr algn="ctr"/>
            <a:r>
              <a:rPr lang="en-IN" b="1" dirty="0">
                <a:latin typeface="Arial" panose="020B0604020202020204" pitchFamily="34" charset="0"/>
                <a:cs typeface="Arial" panose="020B0604020202020204" pitchFamily="34" charset="0"/>
              </a:rPr>
              <a:t>RESULTS</a:t>
            </a:r>
          </a:p>
        </p:txBody>
      </p:sp>
      <p:sp>
        <p:nvSpPr>
          <p:cNvPr id="4" name="Slide Number Placeholder 3">
            <a:extLst>
              <a:ext uri="{FF2B5EF4-FFF2-40B4-BE49-F238E27FC236}">
                <a16:creationId xmlns:a16="http://schemas.microsoft.com/office/drawing/2014/main" id="{F8AEDBB4-D1A6-994C-A8EF-CFADEE13ADB6}"/>
              </a:ext>
            </a:extLst>
          </p:cNvPr>
          <p:cNvSpPr>
            <a:spLocks noGrp="1"/>
          </p:cNvSpPr>
          <p:nvPr>
            <p:ph type="sldNum" sz="quarter" idx="14"/>
          </p:nvPr>
        </p:nvSpPr>
        <p:spPr/>
        <p:txBody>
          <a:bodyPr/>
          <a:lstStyle/>
          <a:p>
            <a:fld id="{058DB212-BFA2-403F-85EF-DFD3FF6D973A}" type="slidenum">
              <a:rPr lang="en-US" noProof="0" smtClean="0"/>
              <a:pPr/>
              <a:t>19</a:t>
            </a:fld>
            <a:endParaRPr lang="en-US" noProof="0"/>
          </a:p>
        </p:txBody>
      </p:sp>
      <p:sp>
        <p:nvSpPr>
          <p:cNvPr id="5" name="Rectangle 1">
            <a:extLst>
              <a:ext uri="{FF2B5EF4-FFF2-40B4-BE49-F238E27FC236}">
                <a16:creationId xmlns:a16="http://schemas.microsoft.com/office/drawing/2014/main" id="{6EEB35E4-0DCD-A98E-D7FB-9CFECB9A40ED}"/>
              </a:ext>
            </a:extLst>
          </p:cNvPr>
          <p:cNvSpPr>
            <a:spLocks noGrp="1" noChangeArrowheads="1"/>
          </p:cNvSpPr>
          <p:nvPr>
            <p:ph type="body" sz="quarter" idx="12"/>
          </p:nvPr>
        </p:nvSpPr>
        <p:spPr bwMode="auto">
          <a:xfrm>
            <a:off x="1150180" y="1242917"/>
            <a:ext cx="10156917"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For model analysis We have removed Full HQ-Loc (All Components) and checked the results</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2000" dirty="0">
                <a:solidFill>
                  <a:schemeClr val="tx1"/>
                </a:solidFill>
                <a:latin typeface="Arial" panose="020B0604020202020204" pitchFamily="34" charset="0"/>
              </a:rPr>
              <a:t>By removing the </a:t>
            </a:r>
            <a:r>
              <a:rPr kumimoji="0" lang="en-US" altLang="en-US" sz="2000" i="0" u="none" strike="noStrike" cap="none" normalizeH="0" baseline="0" dirty="0">
                <a:ln>
                  <a:noFill/>
                </a:ln>
                <a:solidFill>
                  <a:schemeClr val="tx1"/>
                </a:solidFill>
                <a:effectLst/>
                <a:latin typeface="Arial" panose="020B0604020202020204" pitchFamily="34" charset="0"/>
              </a:rPr>
              <a:t>Full HQ-Loc</a:t>
            </a:r>
            <a:r>
              <a:rPr lang="en-US" altLang="en-US" sz="2000" dirty="0">
                <a:solidFill>
                  <a:schemeClr val="tx1"/>
                </a:solidFill>
                <a:latin typeface="Arial" panose="020B0604020202020204" pitchFamily="34" charset="0"/>
              </a:rPr>
              <a:t> we have reduced the parameters by 23M.</a:t>
            </a:r>
            <a:endParaRPr kumimoji="0" lang="en-US" altLang="en-US" sz="20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Arial" panose="020B0604020202020204" pitchFamily="34" charset="0"/>
              </a:rPr>
              <a:t>We Achieved Image level AUC of </a:t>
            </a:r>
            <a:r>
              <a:rPr lang="en-US" altLang="en-US" sz="2000" dirty="0">
                <a:solidFill>
                  <a:schemeClr val="tx1"/>
                </a:solidFill>
                <a:latin typeface="Arial" panose="020B0604020202020204" pitchFamily="34" charset="0"/>
              </a:rPr>
              <a:t>70.1</a:t>
            </a:r>
            <a:r>
              <a:rPr kumimoji="0" lang="en-US" altLang="en-US" sz="2000" i="0" u="none" strike="noStrike" cap="none" normalizeH="0" baseline="0" dirty="0">
                <a:ln>
                  <a:noFill/>
                </a:ln>
                <a:solidFill>
                  <a:schemeClr val="tx1"/>
                </a:solidFill>
                <a:effectLst/>
                <a:latin typeface="Arial" panose="020B0604020202020204" pitchFamily="34" charset="0"/>
              </a:rPr>
              <a:t>% and Pixel level AUC of 56.1%</a:t>
            </a:r>
            <a:br>
              <a:rPr kumimoji="0" lang="en-US" altLang="en-US" sz="2000" i="0" u="none" strike="noStrike" cap="none" normalizeH="0" baseline="0" dirty="0">
                <a:ln>
                  <a:noFill/>
                </a:ln>
                <a:solidFill>
                  <a:schemeClr val="tx1"/>
                </a:solidFill>
                <a:effectLst/>
                <a:latin typeface="Arial" panose="020B0604020202020204" pitchFamily="34" charset="0"/>
              </a:rPr>
            </a:br>
            <a:endParaRPr kumimoji="0" lang="en-US" altLang="en-US" sz="2000" i="0" u="none" strike="noStrike" cap="none" normalizeH="0" baseline="0" dirty="0">
              <a:ln>
                <a:noFill/>
              </a:ln>
              <a:solidFill>
                <a:schemeClr val="tx1"/>
              </a:solidFill>
              <a:effectLst/>
              <a:latin typeface="Arial" panose="020B0604020202020204" pitchFamily="34" charset="0"/>
            </a:endParaRPr>
          </a:p>
        </p:txBody>
      </p:sp>
      <p:pic>
        <p:nvPicPr>
          <p:cNvPr id="6" name="Picture 5">
            <a:extLst>
              <a:ext uri="{FF2B5EF4-FFF2-40B4-BE49-F238E27FC236}">
                <a16:creationId xmlns:a16="http://schemas.microsoft.com/office/drawing/2014/main" id="{AB1B520C-251C-6A74-ED53-ADEF4F764D90}"/>
              </a:ext>
            </a:extLst>
          </p:cNvPr>
          <p:cNvPicPr>
            <a:picLocks noChangeAspect="1"/>
          </p:cNvPicPr>
          <p:nvPr/>
        </p:nvPicPr>
        <p:blipFill>
          <a:blip r:embed="rId2"/>
          <a:srcRect r="72497"/>
          <a:stretch/>
        </p:blipFill>
        <p:spPr>
          <a:xfrm>
            <a:off x="4420909" y="2874133"/>
            <a:ext cx="1735691" cy="3178948"/>
          </a:xfrm>
          <a:prstGeom prst="rect">
            <a:avLst/>
          </a:prstGeom>
        </p:spPr>
      </p:pic>
      <p:pic>
        <p:nvPicPr>
          <p:cNvPr id="7" name="Picture 6">
            <a:extLst>
              <a:ext uri="{FF2B5EF4-FFF2-40B4-BE49-F238E27FC236}">
                <a16:creationId xmlns:a16="http://schemas.microsoft.com/office/drawing/2014/main" id="{DBA9B795-85B8-AEAF-848A-9493EF72A0B8}"/>
              </a:ext>
            </a:extLst>
          </p:cNvPr>
          <p:cNvPicPr>
            <a:picLocks noChangeAspect="1"/>
          </p:cNvPicPr>
          <p:nvPr/>
        </p:nvPicPr>
        <p:blipFill>
          <a:blip r:embed="rId2"/>
          <a:srcRect l="62922" r="22962"/>
          <a:stretch/>
        </p:blipFill>
        <p:spPr>
          <a:xfrm>
            <a:off x="6156600" y="2874134"/>
            <a:ext cx="890874" cy="3178947"/>
          </a:xfrm>
          <a:prstGeom prst="rect">
            <a:avLst/>
          </a:prstGeom>
        </p:spPr>
      </p:pic>
    </p:spTree>
    <p:extLst>
      <p:ext uri="{BB962C8B-B14F-4D97-AF65-F5344CB8AC3E}">
        <p14:creationId xmlns:p14="http://schemas.microsoft.com/office/powerpoint/2010/main" val="8364946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AF33E1-6F53-041D-C636-6B0BDA6C24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65DD55-3526-A81A-CC17-B207DEE1F6E4}"/>
              </a:ext>
            </a:extLst>
          </p:cNvPr>
          <p:cNvSpPr>
            <a:spLocks noGrp="1"/>
          </p:cNvSpPr>
          <p:nvPr>
            <p:ph type="title"/>
          </p:nvPr>
        </p:nvSpPr>
        <p:spPr>
          <a:xfrm>
            <a:off x="420000" y="458322"/>
            <a:ext cx="11473200" cy="540000"/>
          </a:xfrm>
        </p:spPr>
        <p:txBody>
          <a:bodyPr/>
          <a:lstStyle/>
          <a:p>
            <a:pPr algn="ctr"/>
            <a:r>
              <a:rPr lang="en-IN" b="1" dirty="0">
                <a:latin typeface="Arial" panose="020B0604020202020204" pitchFamily="34" charset="0"/>
                <a:cs typeface="Arial" panose="020B0604020202020204" pitchFamily="34" charset="0"/>
              </a:rPr>
              <a:t>RESULTS</a:t>
            </a:r>
          </a:p>
        </p:txBody>
      </p:sp>
      <p:sp>
        <p:nvSpPr>
          <p:cNvPr id="4" name="Slide Number Placeholder 3">
            <a:extLst>
              <a:ext uri="{FF2B5EF4-FFF2-40B4-BE49-F238E27FC236}">
                <a16:creationId xmlns:a16="http://schemas.microsoft.com/office/drawing/2014/main" id="{D5D480DC-7172-DAD5-20ED-653C8909B166}"/>
              </a:ext>
            </a:extLst>
          </p:cNvPr>
          <p:cNvSpPr>
            <a:spLocks noGrp="1"/>
          </p:cNvSpPr>
          <p:nvPr>
            <p:ph type="sldNum" sz="quarter" idx="14"/>
          </p:nvPr>
        </p:nvSpPr>
        <p:spPr/>
        <p:txBody>
          <a:bodyPr/>
          <a:lstStyle/>
          <a:p>
            <a:fld id="{058DB212-BFA2-403F-85EF-DFD3FF6D973A}" type="slidenum">
              <a:rPr lang="en-US" noProof="0" smtClean="0"/>
              <a:pPr/>
              <a:t>20</a:t>
            </a:fld>
            <a:endParaRPr lang="en-US" noProof="0"/>
          </a:p>
        </p:txBody>
      </p:sp>
      <p:sp>
        <p:nvSpPr>
          <p:cNvPr id="5" name="Rectangle 1">
            <a:extLst>
              <a:ext uri="{FF2B5EF4-FFF2-40B4-BE49-F238E27FC236}">
                <a16:creationId xmlns:a16="http://schemas.microsoft.com/office/drawing/2014/main" id="{1E81EDD4-1FAD-8B76-1DFE-CA260B6B725E}"/>
              </a:ext>
            </a:extLst>
          </p:cNvPr>
          <p:cNvSpPr>
            <a:spLocks noGrp="1" noChangeArrowheads="1"/>
          </p:cNvSpPr>
          <p:nvPr>
            <p:ph type="body" sz="quarter" idx="12"/>
          </p:nvPr>
        </p:nvSpPr>
        <p:spPr bwMode="auto">
          <a:xfrm>
            <a:off x="1150180" y="1242917"/>
            <a:ext cx="10156917"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For model analysis We have removed the Grounding Dino and checked the results</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2000" dirty="0">
                <a:solidFill>
                  <a:schemeClr val="tx1"/>
                </a:solidFill>
                <a:latin typeface="Arial" panose="020B0604020202020204" pitchFamily="34" charset="0"/>
              </a:rPr>
              <a:t>By removing the </a:t>
            </a:r>
            <a:r>
              <a:rPr kumimoji="0" lang="en-US" altLang="en-US" sz="2000" i="0" u="none" strike="noStrike" cap="none" normalizeH="0" baseline="0" dirty="0">
                <a:ln>
                  <a:noFill/>
                </a:ln>
                <a:solidFill>
                  <a:schemeClr val="tx1"/>
                </a:solidFill>
                <a:effectLst/>
                <a:latin typeface="Arial" panose="020B0604020202020204" pitchFamily="34" charset="0"/>
              </a:rPr>
              <a:t>Grounding Dino</a:t>
            </a:r>
            <a:r>
              <a:rPr lang="en-US" altLang="en-US" sz="2000" dirty="0">
                <a:solidFill>
                  <a:schemeClr val="tx1"/>
                </a:solidFill>
                <a:latin typeface="Arial" panose="020B0604020202020204" pitchFamily="34" charset="0"/>
              </a:rPr>
              <a:t> we have reduced the parameters by 15M.</a:t>
            </a:r>
            <a:endParaRPr kumimoji="0" lang="en-US" altLang="en-US" sz="20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Arial" panose="020B0604020202020204" pitchFamily="34" charset="0"/>
              </a:rPr>
              <a:t>We Achieved Image level AUC of </a:t>
            </a:r>
            <a:r>
              <a:rPr lang="en-US" altLang="en-US" sz="2000" dirty="0">
                <a:solidFill>
                  <a:schemeClr val="tx1"/>
                </a:solidFill>
                <a:latin typeface="Arial" panose="020B0604020202020204" pitchFamily="34" charset="0"/>
              </a:rPr>
              <a:t>75.8</a:t>
            </a:r>
            <a:r>
              <a:rPr kumimoji="0" lang="en-US" altLang="en-US" sz="2000" i="0" u="none" strike="noStrike" cap="none" normalizeH="0" baseline="0" dirty="0">
                <a:ln>
                  <a:noFill/>
                </a:ln>
                <a:solidFill>
                  <a:schemeClr val="tx1"/>
                </a:solidFill>
                <a:effectLst/>
                <a:latin typeface="Arial" panose="020B0604020202020204" pitchFamily="34" charset="0"/>
              </a:rPr>
              <a:t>% and Pixel level AUC of 59.2%</a:t>
            </a:r>
            <a:br>
              <a:rPr kumimoji="0" lang="en-US" altLang="en-US" sz="2000" i="0" u="none" strike="noStrike" cap="none" normalizeH="0" baseline="0" dirty="0">
                <a:ln>
                  <a:noFill/>
                </a:ln>
                <a:solidFill>
                  <a:schemeClr val="tx1"/>
                </a:solidFill>
                <a:effectLst/>
                <a:latin typeface="Arial" panose="020B0604020202020204" pitchFamily="34" charset="0"/>
              </a:rPr>
            </a:br>
            <a:endParaRPr kumimoji="0" lang="en-US" altLang="en-US" sz="2000" i="0" u="none" strike="noStrike" cap="none" normalizeH="0" baseline="0" dirty="0">
              <a:ln>
                <a:noFill/>
              </a:ln>
              <a:solidFill>
                <a:schemeClr val="tx1"/>
              </a:solidFill>
              <a:effectLst/>
              <a:latin typeface="Arial" panose="020B0604020202020204" pitchFamily="34" charset="0"/>
            </a:endParaRPr>
          </a:p>
        </p:txBody>
      </p:sp>
      <p:pic>
        <p:nvPicPr>
          <p:cNvPr id="6" name="Picture 5">
            <a:extLst>
              <a:ext uri="{FF2B5EF4-FFF2-40B4-BE49-F238E27FC236}">
                <a16:creationId xmlns:a16="http://schemas.microsoft.com/office/drawing/2014/main" id="{9C4578D7-87D5-ABCB-F364-C3A1A356E8A4}"/>
              </a:ext>
            </a:extLst>
          </p:cNvPr>
          <p:cNvPicPr>
            <a:picLocks noChangeAspect="1"/>
          </p:cNvPicPr>
          <p:nvPr/>
        </p:nvPicPr>
        <p:blipFill>
          <a:blip r:embed="rId2"/>
          <a:srcRect r="70706"/>
          <a:stretch/>
        </p:blipFill>
        <p:spPr>
          <a:xfrm>
            <a:off x="4439166" y="3118727"/>
            <a:ext cx="1789472" cy="3003737"/>
          </a:xfrm>
          <a:prstGeom prst="rect">
            <a:avLst/>
          </a:prstGeom>
        </p:spPr>
      </p:pic>
      <p:pic>
        <p:nvPicPr>
          <p:cNvPr id="7" name="Picture 6">
            <a:extLst>
              <a:ext uri="{FF2B5EF4-FFF2-40B4-BE49-F238E27FC236}">
                <a16:creationId xmlns:a16="http://schemas.microsoft.com/office/drawing/2014/main" id="{5DE7F5F4-BDE8-637C-F859-A70658878253}"/>
              </a:ext>
            </a:extLst>
          </p:cNvPr>
          <p:cNvPicPr>
            <a:picLocks noChangeAspect="1"/>
          </p:cNvPicPr>
          <p:nvPr/>
        </p:nvPicPr>
        <p:blipFill>
          <a:blip r:embed="rId2"/>
          <a:srcRect l="62652" r="24051"/>
          <a:stretch/>
        </p:blipFill>
        <p:spPr>
          <a:xfrm>
            <a:off x="6156600" y="3118728"/>
            <a:ext cx="812291" cy="3003736"/>
          </a:xfrm>
          <a:prstGeom prst="rect">
            <a:avLst/>
          </a:prstGeom>
        </p:spPr>
      </p:pic>
    </p:spTree>
    <p:extLst>
      <p:ext uri="{BB962C8B-B14F-4D97-AF65-F5344CB8AC3E}">
        <p14:creationId xmlns:p14="http://schemas.microsoft.com/office/powerpoint/2010/main" val="19638523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B9C04-EDBE-91E6-244E-8CFDDD5345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0FB980-E2E9-9611-A7C3-398E474190C7}"/>
              </a:ext>
            </a:extLst>
          </p:cNvPr>
          <p:cNvSpPr>
            <a:spLocks noGrp="1"/>
          </p:cNvSpPr>
          <p:nvPr>
            <p:ph type="title"/>
          </p:nvPr>
        </p:nvSpPr>
        <p:spPr>
          <a:xfrm>
            <a:off x="420000" y="458322"/>
            <a:ext cx="11473200" cy="540000"/>
          </a:xfrm>
        </p:spPr>
        <p:txBody>
          <a:bodyPr/>
          <a:lstStyle/>
          <a:p>
            <a:pPr algn="ctr"/>
            <a:r>
              <a:rPr lang="en-IN" b="1" dirty="0">
                <a:solidFill>
                  <a:schemeClr val="tx1"/>
                </a:solidFill>
                <a:latin typeface="Arial" panose="020B0604020202020204" pitchFamily="34" charset="0"/>
                <a:cs typeface="Arial" panose="020B0604020202020204" pitchFamily="34" charset="0"/>
              </a:rPr>
              <a:t>Future Directions</a:t>
            </a:r>
          </a:p>
        </p:txBody>
      </p:sp>
      <p:sp>
        <p:nvSpPr>
          <p:cNvPr id="4" name="Slide Number Placeholder 3">
            <a:extLst>
              <a:ext uri="{FF2B5EF4-FFF2-40B4-BE49-F238E27FC236}">
                <a16:creationId xmlns:a16="http://schemas.microsoft.com/office/drawing/2014/main" id="{B7D91B73-C995-AA8E-27CE-73BBFB33F93F}"/>
              </a:ext>
            </a:extLst>
          </p:cNvPr>
          <p:cNvSpPr>
            <a:spLocks noGrp="1"/>
          </p:cNvSpPr>
          <p:nvPr>
            <p:ph type="sldNum" sz="quarter" idx="14"/>
          </p:nvPr>
        </p:nvSpPr>
        <p:spPr/>
        <p:txBody>
          <a:bodyPr/>
          <a:lstStyle/>
          <a:p>
            <a:fld id="{058DB212-BFA2-403F-85EF-DFD3FF6D973A}" type="slidenum">
              <a:rPr lang="en-US" noProof="0" smtClean="0"/>
              <a:pPr/>
              <a:t>21</a:t>
            </a:fld>
            <a:endParaRPr lang="en-US" noProof="0"/>
          </a:p>
        </p:txBody>
      </p:sp>
      <p:sp>
        <p:nvSpPr>
          <p:cNvPr id="5" name="Rectangle 1">
            <a:extLst>
              <a:ext uri="{FF2B5EF4-FFF2-40B4-BE49-F238E27FC236}">
                <a16:creationId xmlns:a16="http://schemas.microsoft.com/office/drawing/2014/main" id="{79159941-5128-80D8-71B9-F08DD6E7EE1A}"/>
              </a:ext>
            </a:extLst>
          </p:cNvPr>
          <p:cNvSpPr>
            <a:spLocks noGrp="1" noChangeArrowheads="1"/>
          </p:cNvSpPr>
          <p:nvPr>
            <p:ph type="body" sz="quarter" idx="12"/>
          </p:nvPr>
        </p:nvSpPr>
        <p:spPr bwMode="auto">
          <a:xfrm>
            <a:off x="1176464" y="1873519"/>
            <a:ext cx="10156917" cy="39292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75285" indent="-285750" algn="just">
              <a:lnSpc>
                <a:spcPct val="100000"/>
              </a:lnSpc>
              <a:buFont typeface="Arial" panose="020B0604020202020204" pitchFamily="34" charset="0"/>
              <a:buChar char="•"/>
            </a:pPr>
            <a:r>
              <a:rPr lang="en-US" sz="1800" b="1" dirty="0">
                <a:solidFill>
                  <a:schemeClr val="tx1"/>
                </a:solidFill>
                <a:effectLst/>
                <a:latin typeface="Arial" panose="020B0604020202020204" pitchFamily="34" charset="0"/>
                <a:ea typeface="Times New Roman" panose="02020603050405020304" pitchFamily="18" charset="0"/>
                <a:cs typeface="Arial" panose="020B0604020202020204" pitchFamily="34" charset="0"/>
              </a:rPr>
              <a:t>Improved Interpretability</a:t>
            </a:r>
            <a:r>
              <a:rPr lang="en-US" sz="1800" dirty="0">
                <a:solidFill>
                  <a:schemeClr val="tx1"/>
                </a:solidFill>
                <a:effectLst/>
                <a:latin typeface="Arial" panose="020B0604020202020204" pitchFamily="34" charset="0"/>
                <a:ea typeface="Times New Roman" panose="02020603050405020304" pitchFamily="18" charset="0"/>
                <a:cs typeface="Arial" panose="020B0604020202020204" pitchFamily="34" charset="0"/>
              </a:rPr>
              <a:t>: Further enhancing the model's capacity to explain the anomalies it detects by improving the fine-grained descriptions and their mapping to particular regions in the image.</a:t>
            </a:r>
          </a:p>
          <a:p>
            <a:pPr marL="375285" indent="-285750" algn="just">
              <a:lnSpc>
                <a:spcPct val="100000"/>
              </a:lnSpc>
              <a:buFont typeface="Arial" panose="020B0604020202020204" pitchFamily="34" charset="0"/>
              <a:buChar char="•"/>
            </a:pPr>
            <a:r>
              <a:rPr lang="en-US" sz="1800" b="1" dirty="0">
                <a:solidFill>
                  <a:schemeClr val="tx1"/>
                </a:solidFill>
                <a:effectLst/>
                <a:latin typeface="Arial" panose="020B0604020202020204" pitchFamily="34" charset="0"/>
                <a:ea typeface="Times New Roman" panose="02020603050405020304" pitchFamily="18" charset="0"/>
                <a:cs typeface="Arial" panose="020B0604020202020204" pitchFamily="34" charset="0"/>
              </a:rPr>
              <a:t>Architectural Improvements</a:t>
            </a:r>
            <a:r>
              <a:rPr lang="en-US" sz="1800" dirty="0">
                <a:solidFill>
                  <a:schemeClr val="tx1"/>
                </a:solidFill>
                <a:effectLst/>
                <a:latin typeface="Arial" panose="020B0604020202020204" pitchFamily="34" charset="0"/>
                <a:ea typeface="Times New Roman" panose="02020603050405020304" pitchFamily="18" charset="0"/>
                <a:cs typeface="Arial" panose="020B0604020202020204" pitchFamily="34" charset="0"/>
              </a:rPr>
              <a:t>: Investigating more sophisticated vision-language models as backbones or adding other modalities to enhance detection accuracy.</a:t>
            </a:r>
          </a:p>
          <a:p>
            <a:pPr marL="375285" indent="-285750" algn="just">
              <a:lnSpc>
                <a:spcPct val="100000"/>
              </a:lnSpc>
              <a:buFont typeface="Arial" panose="020B0604020202020204" pitchFamily="34" charset="0"/>
              <a:buChar char="•"/>
            </a:pPr>
            <a:r>
              <a:rPr lang="en-US" sz="1800" b="1" dirty="0">
                <a:solidFill>
                  <a:schemeClr val="tx1"/>
                </a:solidFill>
                <a:effectLst/>
                <a:latin typeface="Arial" panose="020B0604020202020204" pitchFamily="34" charset="0"/>
                <a:ea typeface="Times New Roman" panose="02020603050405020304" pitchFamily="18" charset="0"/>
                <a:cs typeface="Arial" panose="020B0604020202020204" pitchFamily="34" charset="0"/>
              </a:rPr>
              <a:t>Expansion to Real-World Datasets</a:t>
            </a:r>
            <a:r>
              <a:rPr lang="en-US" sz="1800" dirty="0">
                <a:solidFill>
                  <a:schemeClr val="tx1"/>
                </a:solidFill>
                <a:effectLst/>
                <a:latin typeface="Arial" panose="020B0604020202020204" pitchFamily="34" charset="0"/>
                <a:ea typeface="Times New Roman" panose="02020603050405020304" pitchFamily="18" charset="0"/>
                <a:cs typeface="Arial" panose="020B0604020202020204" pitchFamily="34" charset="0"/>
              </a:rPr>
              <a:t>: Testing on other real-world datasets with more varied object categories and anomaly types would further establish </a:t>
            </a:r>
            <a:r>
              <a:rPr lang="en-US" sz="1800" dirty="0" err="1">
                <a:solidFill>
                  <a:schemeClr val="tx1"/>
                </a:solidFill>
                <a:effectLst/>
                <a:latin typeface="Arial" panose="020B0604020202020204" pitchFamily="34" charset="0"/>
                <a:ea typeface="Times New Roman" panose="02020603050405020304" pitchFamily="18" charset="0"/>
                <a:cs typeface="Arial" panose="020B0604020202020204" pitchFamily="34" charset="0"/>
              </a:rPr>
              <a:t>FiLo's</a:t>
            </a:r>
            <a:r>
              <a:rPr lang="en-US" sz="1800" dirty="0">
                <a:solidFill>
                  <a:schemeClr val="tx1"/>
                </a:solidFill>
                <a:effectLst/>
                <a:latin typeface="Arial" panose="020B0604020202020204" pitchFamily="34" charset="0"/>
                <a:ea typeface="Times New Roman" panose="02020603050405020304" pitchFamily="18" charset="0"/>
                <a:cs typeface="Arial" panose="020B0604020202020204" pitchFamily="34" charset="0"/>
              </a:rPr>
              <a:t> generalizability.</a:t>
            </a:r>
          </a:p>
          <a:p>
            <a:pPr marL="375285" indent="-285750" algn="just">
              <a:lnSpc>
                <a:spcPct val="100000"/>
              </a:lnSpc>
              <a:buFont typeface="Arial" panose="020B0604020202020204" pitchFamily="34" charset="0"/>
              <a:buChar char="•"/>
            </a:pPr>
            <a:r>
              <a:rPr lang="en-US" sz="1800" b="1" dirty="0">
                <a:solidFill>
                  <a:schemeClr val="tx1"/>
                </a:solidFill>
                <a:effectLst/>
                <a:latin typeface="Arial" panose="020B0604020202020204" pitchFamily="34" charset="0"/>
                <a:ea typeface="Times New Roman" panose="02020603050405020304" pitchFamily="18" charset="0"/>
                <a:cs typeface="Arial" panose="020B0604020202020204" pitchFamily="34" charset="0"/>
              </a:rPr>
              <a:t>Few-Shot Learning Integration</a:t>
            </a:r>
            <a:r>
              <a:rPr lang="en-US" sz="1800" dirty="0">
                <a:solidFill>
                  <a:schemeClr val="tx1"/>
                </a:solidFill>
                <a:effectLst/>
                <a:latin typeface="Arial" panose="020B0604020202020204" pitchFamily="34" charset="0"/>
                <a:ea typeface="Times New Roman" panose="02020603050405020304" pitchFamily="18" charset="0"/>
                <a:cs typeface="Arial" panose="020B0604020202020204" pitchFamily="34" charset="0"/>
              </a:rPr>
              <a:t>: Expanding the framework to include few-shot learning functionality so that it can learn new classes with few examples, as has been proposed recently by the emergence of </a:t>
            </a:r>
            <a:r>
              <a:rPr lang="en-US" sz="1800" dirty="0" err="1">
                <a:solidFill>
                  <a:schemeClr val="tx1"/>
                </a:solidFill>
                <a:effectLst/>
                <a:latin typeface="Arial" panose="020B0604020202020204" pitchFamily="34" charset="0"/>
                <a:ea typeface="Times New Roman" panose="02020603050405020304" pitchFamily="18" charset="0"/>
                <a:cs typeface="Arial" panose="020B0604020202020204" pitchFamily="34" charset="0"/>
              </a:rPr>
              <a:t>FiLo</a:t>
            </a:r>
            <a:r>
              <a:rPr lang="en-US" sz="1800" dirty="0">
                <a:solidFill>
                  <a:schemeClr val="tx1"/>
                </a:solidFill>
                <a:effectLst/>
                <a:latin typeface="Arial" panose="020B0604020202020204" pitchFamily="34" charset="0"/>
                <a:ea typeface="Times New Roman" panose="02020603050405020304" pitchFamily="18" charset="0"/>
                <a:cs typeface="Arial" panose="020B0604020202020204" pitchFamily="34" charset="0"/>
              </a:rPr>
              <a:t>++.</a:t>
            </a:r>
          </a:p>
          <a:p>
            <a:pPr marL="375285" indent="-285750" algn="just">
              <a:lnSpc>
                <a:spcPct val="100000"/>
              </a:lnSpc>
              <a:buFont typeface="Arial" panose="020B0604020202020204" pitchFamily="34" charset="0"/>
              <a:buChar char="•"/>
            </a:pPr>
            <a:r>
              <a:rPr lang="en-US" sz="1800" b="1" dirty="0">
                <a:solidFill>
                  <a:schemeClr val="tx1"/>
                </a:solidFill>
                <a:effectLst/>
                <a:latin typeface="Arial" panose="020B0604020202020204" pitchFamily="34" charset="0"/>
                <a:ea typeface="Times New Roman" panose="02020603050405020304" pitchFamily="18" charset="0"/>
                <a:cs typeface="Arial" panose="020B0604020202020204" pitchFamily="34" charset="0"/>
              </a:rPr>
              <a:t>Computational Optimization</a:t>
            </a:r>
            <a:r>
              <a:rPr lang="en-US" sz="1800" dirty="0">
                <a:solidFill>
                  <a:schemeClr val="tx1"/>
                </a:solidFill>
                <a:effectLst/>
                <a:latin typeface="Arial" panose="020B0604020202020204" pitchFamily="34" charset="0"/>
                <a:ea typeface="Times New Roman" panose="02020603050405020304" pitchFamily="18" charset="0"/>
                <a:cs typeface="Arial" panose="020B0604020202020204" pitchFamily="34" charset="0"/>
              </a:rPr>
              <a:t>: Optimizing further the MMCI module and others to minimize computation overhead and increase efficiency for real-time use.</a:t>
            </a:r>
          </a:p>
        </p:txBody>
      </p:sp>
    </p:spTree>
    <p:extLst>
      <p:ext uri="{BB962C8B-B14F-4D97-AF65-F5344CB8AC3E}">
        <p14:creationId xmlns:p14="http://schemas.microsoft.com/office/powerpoint/2010/main" val="9608133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54CA03-9792-AE4E-78A1-0D75157125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F5B996-379F-DD0A-68D6-EF319B338A87}"/>
              </a:ext>
            </a:extLst>
          </p:cNvPr>
          <p:cNvSpPr>
            <a:spLocks noGrp="1"/>
          </p:cNvSpPr>
          <p:nvPr>
            <p:ph type="title"/>
          </p:nvPr>
        </p:nvSpPr>
        <p:spPr>
          <a:xfrm>
            <a:off x="249688" y="541409"/>
            <a:ext cx="11473200" cy="540000"/>
          </a:xfrm>
        </p:spPr>
        <p:txBody>
          <a:bodyPr/>
          <a:lstStyle/>
          <a:p>
            <a:pPr algn="ctr"/>
            <a:r>
              <a:rPr lang="en-IN" b="1" dirty="0">
                <a:latin typeface="Arial" panose="020B0604020202020204" pitchFamily="34" charset="0"/>
                <a:cs typeface="Arial" panose="020B0604020202020204" pitchFamily="34" charset="0"/>
              </a:rPr>
              <a:t>REFRENCES</a:t>
            </a:r>
          </a:p>
        </p:txBody>
      </p:sp>
      <p:sp>
        <p:nvSpPr>
          <p:cNvPr id="4" name="Slide Number Placeholder 3">
            <a:extLst>
              <a:ext uri="{FF2B5EF4-FFF2-40B4-BE49-F238E27FC236}">
                <a16:creationId xmlns:a16="http://schemas.microsoft.com/office/drawing/2014/main" id="{DB4D0176-EA55-FE07-9EE6-3CB441E25ADA}"/>
              </a:ext>
            </a:extLst>
          </p:cNvPr>
          <p:cNvSpPr>
            <a:spLocks noGrp="1"/>
          </p:cNvSpPr>
          <p:nvPr>
            <p:ph type="sldNum" sz="quarter" idx="14"/>
          </p:nvPr>
        </p:nvSpPr>
        <p:spPr/>
        <p:txBody>
          <a:bodyPr/>
          <a:lstStyle/>
          <a:p>
            <a:fld id="{058DB212-BFA2-403F-85EF-DFD3FF6D973A}" type="slidenum">
              <a:rPr lang="en-US" noProof="0" smtClean="0"/>
              <a:pPr/>
              <a:t>22</a:t>
            </a:fld>
            <a:endParaRPr lang="en-US" noProof="0"/>
          </a:p>
        </p:txBody>
      </p:sp>
      <p:sp>
        <p:nvSpPr>
          <p:cNvPr id="5" name="Rectangle 1">
            <a:extLst>
              <a:ext uri="{FF2B5EF4-FFF2-40B4-BE49-F238E27FC236}">
                <a16:creationId xmlns:a16="http://schemas.microsoft.com/office/drawing/2014/main" id="{B38B1458-A16A-6245-E0AB-CA4A617C2D89}"/>
              </a:ext>
            </a:extLst>
          </p:cNvPr>
          <p:cNvSpPr>
            <a:spLocks noGrp="1" noChangeArrowheads="1"/>
          </p:cNvSpPr>
          <p:nvPr>
            <p:ph type="body" sz="quarter" idx="12"/>
          </p:nvPr>
        </p:nvSpPr>
        <p:spPr bwMode="auto">
          <a:xfrm>
            <a:off x="977275" y="1651289"/>
            <a:ext cx="5999015" cy="4093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Arial" panose="020B0604020202020204" pitchFamily="34" charset="0"/>
                <a:hlinkClick r:id="rId2"/>
              </a:rPr>
              <a:t>https://paperswithcode.com/dataset/visa</a:t>
            </a:r>
            <a:endParaRPr kumimoji="0" lang="en-US" altLang="en-US" sz="20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hlinkClick r:id="rId3"/>
              </a:rPr>
              <a:t>https://github.com/CASIA-IVA-Lab/FiLo/tree/main</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2000" b="1"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Arial" panose="020B0604020202020204" pitchFamily="34" charset="0"/>
                <a:hlinkClick r:id="rId4"/>
              </a:rPr>
              <a:t>https://arxiv.org/abs/2404.13671</a:t>
            </a:r>
            <a:endParaRPr kumimoji="0" lang="en-US" altLang="en-US" sz="20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2000" dirty="0">
                <a:solidFill>
                  <a:schemeClr val="tx1"/>
                </a:solidFill>
                <a:latin typeface="Arial" panose="020B0604020202020204" pitchFamily="34" charset="0"/>
                <a:hlinkClick r:id="rId5"/>
              </a:rPr>
              <a:t>https://dl.acm.org/doi/10.1145/3664647.3680685</a:t>
            </a:r>
            <a:endParaRPr lang="en-US" altLang="en-US" sz="20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2000" b="1"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hlinkClick r:id="rId6"/>
              </a:rPr>
              <a:t>https://paperswithcode.com/</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hlinkClick r:id="rId7"/>
              </a:rPr>
              <a:t>https://www.geeksforgeeks.org/</a:t>
            </a:r>
            <a:r>
              <a:rPr lang="en-US" altLang="en-US" sz="2000" dirty="0">
                <a:solidFill>
                  <a:schemeClr val="tx1"/>
                </a:solidFill>
                <a:latin typeface="Arial" panose="020B0604020202020204" pitchFamily="34" charset="0"/>
                <a:hlinkClick r:id="rId7"/>
              </a:rPr>
              <a:t>/</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3836360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88E45A8-875B-B9A5-1B72-9CDADA4DC4F7}"/>
              </a:ext>
            </a:extLst>
          </p:cNvPr>
          <p:cNvSpPr>
            <a:spLocks noGrp="1"/>
          </p:cNvSpPr>
          <p:nvPr>
            <p:ph type="ctrTitle"/>
          </p:nvPr>
        </p:nvSpPr>
        <p:spPr>
          <a:xfrm>
            <a:off x="1023663" y="1106742"/>
            <a:ext cx="3759807" cy="1547813"/>
          </a:xfrm>
        </p:spPr>
        <p:txBody>
          <a:bodyPr/>
          <a:lstStyle/>
          <a:p>
            <a:r>
              <a:rPr lang="en-US" dirty="0" err="1">
                <a:solidFill>
                  <a:schemeClr val="tx1"/>
                </a:solidFill>
              </a:rPr>
              <a:t>DeepFake</a:t>
            </a:r>
            <a:r>
              <a:rPr lang="en-US" dirty="0">
                <a:solidFill>
                  <a:schemeClr val="tx1"/>
                </a:solidFill>
              </a:rPr>
              <a:t> Detection</a:t>
            </a:r>
            <a:endParaRPr lang="en-IN" dirty="0"/>
          </a:p>
        </p:txBody>
      </p:sp>
      <p:sp>
        <p:nvSpPr>
          <p:cNvPr id="6" name="Subtitle 5">
            <a:extLst>
              <a:ext uri="{FF2B5EF4-FFF2-40B4-BE49-F238E27FC236}">
                <a16:creationId xmlns:a16="http://schemas.microsoft.com/office/drawing/2014/main" id="{CF5422B1-2760-A605-24D4-36961E135D29}"/>
              </a:ext>
            </a:extLst>
          </p:cNvPr>
          <p:cNvSpPr>
            <a:spLocks noGrp="1"/>
          </p:cNvSpPr>
          <p:nvPr>
            <p:ph type="subTitle" idx="1"/>
          </p:nvPr>
        </p:nvSpPr>
        <p:spPr>
          <a:xfrm>
            <a:off x="1023663" y="3067844"/>
            <a:ext cx="5102941" cy="722312"/>
          </a:xfrm>
        </p:spPr>
        <p:txBody>
          <a:bodyPr/>
          <a:lstStyle/>
          <a:p>
            <a:r>
              <a:rPr lang="en-IN" dirty="0">
                <a:solidFill>
                  <a:schemeClr val="tx1"/>
                </a:solidFill>
              </a:rPr>
              <a:t>Previous Works were done on deepfake detection by our team</a:t>
            </a:r>
          </a:p>
        </p:txBody>
      </p:sp>
      <p:sp>
        <p:nvSpPr>
          <p:cNvPr id="4" name="Slide Number Placeholder 3">
            <a:extLst>
              <a:ext uri="{FF2B5EF4-FFF2-40B4-BE49-F238E27FC236}">
                <a16:creationId xmlns:a16="http://schemas.microsoft.com/office/drawing/2014/main" id="{B8807E8F-997B-DA3C-438D-FC097CCFDF68}"/>
              </a:ext>
            </a:extLst>
          </p:cNvPr>
          <p:cNvSpPr>
            <a:spLocks noGrp="1"/>
          </p:cNvSpPr>
          <p:nvPr>
            <p:ph type="sldNum" sz="quarter" idx="4294967295"/>
          </p:nvPr>
        </p:nvSpPr>
        <p:spPr>
          <a:xfrm>
            <a:off x="11595100" y="6678613"/>
            <a:ext cx="596900" cy="142875"/>
          </a:xfrm>
        </p:spPr>
        <p:txBody>
          <a:bodyPr/>
          <a:lstStyle/>
          <a:p>
            <a:fld id="{058DB212-BFA2-403F-85EF-DFD3FF6D973A}" type="slidenum">
              <a:rPr lang="en-US" noProof="0" smtClean="0"/>
              <a:pPr/>
              <a:t>23</a:t>
            </a:fld>
            <a:endParaRPr lang="en-US" noProof="0"/>
          </a:p>
        </p:txBody>
      </p:sp>
      <p:pic>
        <p:nvPicPr>
          <p:cNvPr id="8" name="Picture Placeholder 7">
            <a:extLst>
              <a:ext uri="{FF2B5EF4-FFF2-40B4-BE49-F238E27FC236}">
                <a16:creationId xmlns:a16="http://schemas.microsoft.com/office/drawing/2014/main" id="{F5B5EF0F-643C-C739-51C1-FAD833EEB22E}"/>
              </a:ext>
            </a:extLst>
          </p:cNvPr>
          <p:cNvPicPr>
            <a:picLocks noGrp="1" noChangeAspect="1"/>
          </p:cNvPicPr>
          <p:nvPr>
            <p:ph type="pic" sz="quarter" idx="10"/>
          </p:nvPr>
        </p:nvPicPr>
        <p:blipFill>
          <a:blip r:embed="rId2"/>
          <a:srcRect l="16811" r="16811"/>
          <a:stretch>
            <a:fillRect/>
          </a:stretch>
        </p:blipFill>
        <p:spPr>
          <a:xfrm>
            <a:off x="8357419" y="1920157"/>
            <a:ext cx="3333135" cy="2654300"/>
          </a:xfrm>
          <a:prstGeom prst="rect">
            <a:avLst/>
          </a:prstGeom>
        </p:spPr>
      </p:pic>
    </p:spTree>
    <p:extLst>
      <p:ext uri="{BB962C8B-B14F-4D97-AF65-F5344CB8AC3E}">
        <p14:creationId xmlns:p14="http://schemas.microsoft.com/office/powerpoint/2010/main" val="38891620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38AFE4-7BF0-23F2-9685-EC1491BA25B1}"/>
              </a:ext>
            </a:extLst>
          </p:cNvPr>
          <p:cNvSpPr>
            <a:spLocks noGrp="1"/>
          </p:cNvSpPr>
          <p:nvPr>
            <p:ph type="title"/>
          </p:nvPr>
        </p:nvSpPr>
        <p:spPr>
          <a:xfrm>
            <a:off x="420000" y="458322"/>
            <a:ext cx="11473200" cy="540000"/>
          </a:xfrm>
        </p:spPr>
        <p:txBody>
          <a:bodyPr/>
          <a:lstStyle/>
          <a:p>
            <a:pPr algn="ctr"/>
            <a:r>
              <a:rPr lang="en-IN" b="1" dirty="0"/>
              <a:t>INTRODUCTION</a:t>
            </a:r>
          </a:p>
        </p:txBody>
      </p:sp>
      <p:sp>
        <p:nvSpPr>
          <p:cNvPr id="4" name="Slide Number Placeholder 3">
            <a:extLst>
              <a:ext uri="{FF2B5EF4-FFF2-40B4-BE49-F238E27FC236}">
                <a16:creationId xmlns:a16="http://schemas.microsoft.com/office/drawing/2014/main" id="{B58B5062-307A-785E-01C1-3D5A8AAEA926}"/>
              </a:ext>
            </a:extLst>
          </p:cNvPr>
          <p:cNvSpPr>
            <a:spLocks noGrp="1"/>
          </p:cNvSpPr>
          <p:nvPr>
            <p:ph type="sldNum" sz="quarter" idx="14"/>
          </p:nvPr>
        </p:nvSpPr>
        <p:spPr/>
        <p:txBody>
          <a:bodyPr/>
          <a:lstStyle/>
          <a:p>
            <a:fld id="{058DB212-BFA2-403F-85EF-DFD3FF6D973A}" type="slidenum">
              <a:rPr lang="en-US" noProof="0" smtClean="0"/>
              <a:pPr/>
              <a:t>24</a:t>
            </a:fld>
            <a:endParaRPr lang="en-US" noProof="0"/>
          </a:p>
        </p:txBody>
      </p:sp>
      <p:sp>
        <p:nvSpPr>
          <p:cNvPr id="5" name="Rectangle 1">
            <a:extLst>
              <a:ext uri="{FF2B5EF4-FFF2-40B4-BE49-F238E27FC236}">
                <a16:creationId xmlns:a16="http://schemas.microsoft.com/office/drawing/2014/main" id="{5BFCFDB6-09AA-6A4E-A1AA-7140AB908016}"/>
              </a:ext>
            </a:extLst>
          </p:cNvPr>
          <p:cNvSpPr>
            <a:spLocks noGrp="1" noChangeArrowheads="1"/>
          </p:cNvSpPr>
          <p:nvPr>
            <p:ph type="body" sz="quarter" idx="12"/>
          </p:nvPr>
        </p:nvSpPr>
        <p:spPr bwMode="auto">
          <a:xfrm>
            <a:off x="645498" y="1283981"/>
            <a:ext cx="11379141"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What are Deepfakes?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AI-generated synthetic media (audio, video, images) that manipulate reality.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Why Detect Deepfakes?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Threatens public trust, security, and privacy.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Used in malicious activities such as misinformation, political manipulation, and identity theft.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Challenges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Constantly evolving technology that makes it difficult to spot fakes.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High-quality deepfakes are nearly indistinguishable from real content.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Detection Methods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Visual Analysis: Detecting anomalies like blinking irregularities, facial inconsistencies, or lighting mismatches.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Audio Analysis: Identifying mismatches between voice and lip movements.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Deep Learning Models: Neural networks trained on large datasets to differentiate real from fake content.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4451755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4EA7D6-EAC1-8932-3C87-8D9CF6F878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9C47B5-59D5-B1CB-891D-54592709B2D5}"/>
              </a:ext>
            </a:extLst>
          </p:cNvPr>
          <p:cNvSpPr>
            <a:spLocks noGrp="1"/>
          </p:cNvSpPr>
          <p:nvPr>
            <p:ph type="title"/>
          </p:nvPr>
        </p:nvSpPr>
        <p:spPr>
          <a:xfrm>
            <a:off x="244613" y="900774"/>
            <a:ext cx="11473200" cy="540000"/>
          </a:xfrm>
        </p:spPr>
        <p:txBody>
          <a:bodyPr/>
          <a:lstStyle/>
          <a:p>
            <a:pPr algn="ctr"/>
            <a:r>
              <a:rPr lang="en-IN" sz="3600" b="1" dirty="0"/>
              <a:t>PROBLEM STATEMENT</a:t>
            </a:r>
          </a:p>
        </p:txBody>
      </p:sp>
      <p:sp>
        <p:nvSpPr>
          <p:cNvPr id="4" name="Slide Number Placeholder 3">
            <a:extLst>
              <a:ext uri="{FF2B5EF4-FFF2-40B4-BE49-F238E27FC236}">
                <a16:creationId xmlns:a16="http://schemas.microsoft.com/office/drawing/2014/main" id="{B62B5E6D-ED80-F0BC-DDFB-3B8BFF6F612E}"/>
              </a:ext>
            </a:extLst>
          </p:cNvPr>
          <p:cNvSpPr>
            <a:spLocks noGrp="1"/>
          </p:cNvSpPr>
          <p:nvPr>
            <p:ph type="sldNum" sz="quarter" idx="14"/>
          </p:nvPr>
        </p:nvSpPr>
        <p:spPr/>
        <p:txBody>
          <a:bodyPr/>
          <a:lstStyle/>
          <a:p>
            <a:fld id="{058DB212-BFA2-403F-85EF-DFD3FF6D973A}" type="slidenum">
              <a:rPr lang="en-US" noProof="0" smtClean="0"/>
              <a:pPr/>
              <a:t>25</a:t>
            </a:fld>
            <a:endParaRPr lang="en-US" noProof="0"/>
          </a:p>
        </p:txBody>
      </p:sp>
      <p:sp>
        <p:nvSpPr>
          <p:cNvPr id="5" name="Rectangle 1">
            <a:extLst>
              <a:ext uri="{FF2B5EF4-FFF2-40B4-BE49-F238E27FC236}">
                <a16:creationId xmlns:a16="http://schemas.microsoft.com/office/drawing/2014/main" id="{6562DDA3-95AA-531D-2709-FA8CAA74B700}"/>
              </a:ext>
            </a:extLst>
          </p:cNvPr>
          <p:cNvSpPr>
            <a:spLocks noGrp="1" noChangeArrowheads="1"/>
          </p:cNvSpPr>
          <p:nvPr>
            <p:ph type="body" sz="quarter" idx="12"/>
          </p:nvPr>
        </p:nvSpPr>
        <p:spPr bwMode="auto">
          <a:xfrm>
            <a:off x="1215769" y="1843951"/>
            <a:ext cx="9530889"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0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Deepfake detection, especially for images and videos, has become a critical challenge due to the rapid advancements in AI technology. With the ability to create highly realistic but entirely fake media, deepfakes pose significant risks, including misinformation, privacy invasion, and security threats. Identifying these synthetic media is increasingly difficult as deepfakes become more sophisticated and harder to distinguish from real content. Current detection methods, while promising, still struggle with accuracy and efficiency, highlighting the need for more advanced and reliable solutions to ensure the authenticity of digital content.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688394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B45E35-32E2-6310-0179-25B3FB1FEF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5FD264-D302-50CE-D64B-86D77DE2423A}"/>
              </a:ext>
            </a:extLst>
          </p:cNvPr>
          <p:cNvSpPr>
            <a:spLocks noGrp="1"/>
          </p:cNvSpPr>
          <p:nvPr>
            <p:ph type="title"/>
          </p:nvPr>
        </p:nvSpPr>
        <p:spPr>
          <a:xfrm>
            <a:off x="420000" y="458322"/>
            <a:ext cx="11473200" cy="540000"/>
          </a:xfrm>
        </p:spPr>
        <p:txBody>
          <a:bodyPr/>
          <a:lstStyle/>
          <a:p>
            <a:pPr algn="ctr"/>
            <a:r>
              <a:rPr lang="en-IN" b="1" dirty="0"/>
              <a:t>MOTIVATION</a:t>
            </a:r>
          </a:p>
        </p:txBody>
      </p:sp>
      <p:sp>
        <p:nvSpPr>
          <p:cNvPr id="4" name="Slide Number Placeholder 3">
            <a:extLst>
              <a:ext uri="{FF2B5EF4-FFF2-40B4-BE49-F238E27FC236}">
                <a16:creationId xmlns:a16="http://schemas.microsoft.com/office/drawing/2014/main" id="{B16ACB30-E3C5-5B21-4D74-52E736C2CFCE}"/>
              </a:ext>
            </a:extLst>
          </p:cNvPr>
          <p:cNvSpPr>
            <a:spLocks noGrp="1"/>
          </p:cNvSpPr>
          <p:nvPr>
            <p:ph type="sldNum" sz="quarter" idx="14"/>
          </p:nvPr>
        </p:nvSpPr>
        <p:spPr/>
        <p:txBody>
          <a:bodyPr/>
          <a:lstStyle/>
          <a:p>
            <a:fld id="{058DB212-BFA2-403F-85EF-DFD3FF6D973A}" type="slidenum">
              <a:rPr lang="en-US" noProof="0" smtClean="0"/>
              <a:pPr/>
              <a:t>26</a:t>
            </a:fld>
            <a:endParaRPr lang="en-US" noProof="0"/>
          </a:p>
        </p:txBody>
      </p:sp>
      <p:sp>
        <p:nvSpPr>
          <p:cNvPr id="5" name="Rectangle 1">
            <a:extLst>
              <a:ext uri="{FF2B5EF4-FFF2-40B4-BE49-F238E27FC236}">
                <a16:creationId xmlns:a16="http://schemas.microsoft.com/office/drawing/2014/main" id="{86AF6CC9-7B09-E79A-EBD4-C935D1A8B782}"/>
              </a:ext>
            </a:extLst>
          </p:cNvPr>
          <p:cNvSpPr>
            <a:spLocks noGrp="1" noChangeArrowheads="1"/>
          </p:cNvSpPr>
          <p:nvPr>
            <p:ph type="body" sz="quarter" idx="12"/>
          </p:nvPr>
        </p:nvSpPr>
        <p:spPr bwMode="auto">
          <a:xfrm>
            <a:off x="1377992" y="1323358"/>
            <a:ext cx="9881872"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Rising use of deepfakes in misinformation, political manipulation, and fraud.</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Increasing demand for reliable detection tools to safeguard privacy and security.</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Deepfakes are becoming more convincing, making traditional detection methods insufficient.</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Need for advanced AI models to keep up with evolving deepfake technology.</a:t>
            </a:r>
          </a:p>
        </p:txBody>
      </p:sp>
      <p:sp>
        <p:nvSpPr>
          <p:cNvPr id="3" name="Title 1">
            <a:extLst>
              <a:ext uri="{FF2B5EF4-FFF2-40B4-BE49-F238E27FC236}">
                <a16:creationId xmlns:a16="http://schemas.microsoft.com/office/drawing/2014/main" id="{9CE5163A-EBEB-35AF-40B3-18A2F5E6C056}"/>
              </a:ext>
            </a:extLst>
          </p:cNvPr>
          <p:cNvSpPr txBox="1">
            <a:spLocks/>
          </p:cNvSpPr>
          <p:nvPr/>
        </p:nvSpPr>
        <p:spPr>
          <a:xfrm>
            <a:off x="420000" y="3679719"/>
            <a:ext cx="11473200" cy="540000"/>
          </a:xfrm>
          <a:prstGeom prst="rect">
            <a:avLst/>
          </a:prstGeom>
        </p:spPr>
        <p:txBody>
          <a:bodyPr vert="horz" lIns="0" tIns="0" rIns="0" bIns="0" rtlCol="0" anchor="t">
            <a:noAutofit/>
          </a:bodyPr>
          <a:lstStyle>
            <a:lvl1pPr algn="l" defTabSz="914400" rtl="0" eaLnBrk="1" latinLnBrk="0" hangingPunct="1">
              <a:lnSpc>
                <a:spcPct val="90000"/>
              </a:lnSpc>
              <a:spcBef>
                <a:spcPct val="0"/>
              </a:spcBef>
              <a:buNone/>
              <a:defRPr sz="3200" kern="1200">
                <a:solidFill>
                  <a:schemeClr val="tx1">
                    <a:lumMod val="75000"/>
                    <a:lumOff val="25000"/>
                  </a:schemeClr>
                </a:solidFill>
                <a:latin typeface="+mj-lt"/>
                <a:ea typeface="+mj-ea"/>
                <a:cs typeface="+mj-cs"/>
              </a:defRPr>
            </a:lvl1pPr>
          </a:lstStyle>
          <a:p>
            <a:pPr algn="ctr"/>
            <a:r>
              <a:rPr lang="en-IN" b="1" dirty="0"/>
              <a:t>OBJECTIVE</a:t>
            </a:r>
          </a:p>
        </p:txBody>
      </p:sp>
      <p:sp>
        <p:nvSpPr>
          <p:cNvPr id="6" name="TextBox 5">
            <a:extLst>
              <a:ext uri="{FF2B5EF4-FFF2-40B4-BE49-F238E27FC236}">
                <a16:creationId xmlns:a16="http://schemas.microsoft.com/office/drawing/2014/main" id="{507355F2-6315-066E-D883-8EF2099B75AC}"/>
              </a:ext>
            </a:extLst>
          </p:cNvPr>
          <p:cNvSpPr txBox="1"/>
          <p:nvPr/>
        </p:nvSpPr>
        <p:spPr>
          <a:xfrm>
            <a:off x="1465006" y="4414684"/>
            <a:ext cx="8937523" cy="1477328"/>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Develop a robust deepfake video detection system using Generative Convolutional Vision Transformer </a:t>
            </a: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Leverage the power of transformers and convolutional networks to accurately distinguish between real and fake videos.</a:t>
            </a:r>
          </a:p>
          <a:p>
            <a:endParaRPr lang="en-IN" dirty="0"/>
          </a:p>
        </p:txBody>
      </p:sp>
    </p:spTree>
    <p:extLst>
      <p:ext uri="{BB962C8B-B14F-4D97-AF65-F5344CB8AC3E}">
        <p14:creationId xmlns:p14="http://schemas.microsoft.com/office/powerpoint/2010/main" val="42041770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BEDEB3-11A9-9C5C-0D19-46FAAB5453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20DC62-302D-B554-90FA-5B3503303629}"/>
              </a:ext>
            </a:extLst>
          </p:cNvPr>
          <p:cNvSpPr>
            <a:spLocks noGrp="1"/>
          </p:cNvSpPr>
          <p:nvPr>
            <p:ph type="title"/>
          </p:nvPr>
        </p:nvSpPr>
        <p:spPr>
          <a:xfrm>
            <a:off x="420000" y="458322"/>
            <a:ext cx="11473200" cy="540000"/>
          </a:xfrm>
        </p:spPr>
        <p:txBody>
          <a:bodyPr/>
          <a:lstStyle/>
          <a:p>
            <a:pPr algn="ctr"/>
            <a:r>
              <a:rPr lang="en-US" b="1" dirty="0">
                <a:latin typeface="Arial" panose="020B0604020202020204" pitchFamily="34" charset="0"/>
                <a:cs typeface="Arial" panose="020B0604020202020204" pitchFamily="34" charset="0"/>
              </a:rPr>
              <a:t>RESULTS</a:t>
            </a:r>
            <a:endParaRPr lang="en-IN" b="1"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CCCCEA0-B327-8267-322E-5FEF411A4892}"/>
              </a:ext>
            </a:extLst>
          </p:cNvPr>
          <p:cNvSpPr>
            <a:spLocks noGrp="1"/>
          </p:cNvSpPr>
          <p:nvPr>
            <p:ph type="sldNum" sz="quarter" idx="14"/>
          </p:nvPr>
        </p:nvSpPr>
        <p:spPr/>
        <p:txBody>
          <a:bodyPr/>
          <a:lstStyle/>
          <a:p>
            <a:fld id="{058DB212-BFA2-403F-85EF-DFD3FF6D973A}" type="slidenum">
              <a:rPr lang="en-US" noProof="0" smtClean="0"/>
              <a:pPr/>
              <a:t>27</a:t>
            </a:fld>
            <a:endParaRPr lang="en-US" noProof="0"/>
          </a:p>
        </p:txBody>
      </p:sp>
      <p:sp>
        <p:nvSpPr>
          <p:cNvPr id="5" name="Rectangle 1">
            <a:extLst>
              <a:ext uri="{FF2B5EF4-FFF2-40B4-BE49-F238E27FC236}">
                <a16:creationId xmlns:a16="http://schemas.microsoft.com/office/drawing/2014/main" id="{D65871C5-769F-288B-AD61-9C4C4FE93285}"/>
              </a:ext>
            </a:extLst>
          </p:cNvPr>
          <p:cNvSpPr>
            <a:spLocks noGrp="1" noChangeArrowheads="1"/>
          </p:cNvSpPr>
          <p:nvPr>
            <p:ph type="body" sz="quarter" idx="12"/>
          </p:nvPr>
        </p:nvSpPr>
        <p:spPr bwMode="auto">
          <a:xfrm>
            <a:off x="704491" y="1120677"/>
            <a:ext cx="10356799" cy="46166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buFontTx/>
              <a:buChar char="•"/>
            </a:pPr>
            <a:r>
              <a:rPr kumimoji="0" lang="en-US" altLang="en-US" sz="1800" b="1" i="0" u="none" strike="noStrike" cap="none" normalizeH="0" baseline="0" dirty="0">
                <a:ln>
                  <a:noFill/>
                </a:ln>
                <a:solidFill>
                  <a:schemeClr val="tx1"/>
                </a:solidFill>
                <a:effectLst/>
                <a:latin typeface="Arial" panose="020B0604020202020204" pitchFamily="34" charset="0"/>
              </a:rPr>
              <a:t>LAA-NET (</a:t>
            </a:r>
            <a:r>
              <a:rPr lang="en-US" sz="1800" b="1" dirty="0">
                <a:latin typeface="Arial" panose="020B0604020202020204" pitchFamily="34" charset="0"/>
                <a:cs typeface="Arial" panose="020B0604020202020204" pitchFamily="34" charset="0"/>
              </a:rPr>
              <a:t>LAA-Net: Localized Artifact Attention Network for Quality-Agnostic and Generalizable Deepfake Detection):</a:t>
            </a:r>
          </a:p>
          <a:p>
            <a:pPr eaLnBrk="0" fontAlgn="base" hangingPunct="0">
              <a:lnSpc>
                <a:spcPct val="100000"/>
              </a:lnSpc>
              <a:spcBef>
                <a:spcPct val="0"/>
              </a:spcBef>
              <a:spcAft>
                <a:spcPct val="0"/>
              </a:spcAft>
              <a:buFontTx/>
              <a:buChar char="•"/>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buFontTx/>
              <a:buChar char="•"/>
            </a:pPr>
            <a:r>
              <a:rPr kumimoji="0" lang="en-US" altLang="en-US" sz="1800" i="0" u="none" strike="noStrike" cap="none" normalizeH="0" baseline="0" dirty="0">
                <a:ln>
                  <a:noFill/>
                </a:ln>
                <a:solidFill>
                  <a:schemeClr val="tx1"/>
                </a:solidFill>
                <a:effectLst/>
                <a:latin typeface="Arial" panose="020B0604020202020204" pitchFamily="34" charset="0"/>
              </a:rPr>
              <a:t>We have used SDFVD: Small-scale Deepfake Forgery Video Dataset</a:t>
            </a:r>
            <a:endParaRPr kumimoji="0" lang="en-IN" altLang="en-US" sz="1400" b="1" u="none" strike="noStrike" cap="none" normalizeH="0" baseline="0" dirty="0">
              <a:ln>
                <a:noFill/>
              </a:ln>
              <a:solidFill>
                <a:srgbClr val="1A1A1A"/>
              </a:solidFill>
              <a:latin typeface="Nexus Sans"/>
            </a:endParaRPr>
          </a:p>
          <a:p>
            <a:pPr eaLnBrk="0" fontAlgn="base" hangingPunct="0">
              <a:lnSpc>
                <a:spcPct val="100000"/>
              </a:lnSpc>
              <a:spcBef>
                <a:spcPct val="0"/>
              </a:spcBef>
              <a:spcAft>
                <a:spcPct val="0"/>
              </a:spcAft>
              <a:buFontTx/>
              <a:buChar char="•"/>
            </a:pPr>
            <a:r>
              <a:rPr lang="en-IN" sz="1800" dirty="0">
                <a:solidFill>
                  <a:srgbClr val="1A1A1A"/>
                </a:solidFill>
                <a:latin typeface="Arial" panose="020B0604020202020204" pitchFamily="34" charset="0"/>
                <a:cs typeface="Arial" panose="020B0604020202020204" pitchFamily="34" charset="0"/>
              </a:rPr>
              <a:t>T</a:t>
            </a:r>
            <a:r>
              <a:rPr lang="en-US" sz="1800" b="0" i="0" dirty="0">
                <a:solidFill>
                  <a:schemeClr val="tx1"/>
                </a:solidFill>
                <a:effectLst/>
                <a:latin typeface="Arial" panose="020B0604020202020204" pitchFamily="34" charset="0"/>
                <a:cs typeface="Arial" panose="020B0604020202020204" pitchFamily="34" charset="0"/>
              </a:rPr>
              <a:t>he dataset comprising of a total of 106 videos, with 53 original and 53 deepfake videos</a:t>
            </a:r>
            <a:r>
              <a:rPr lang="en-US" sz="1400" b="0" i="0" dirty="0">
                <a:solidFill>
                  <a:schemeClr val="tx1"/>
                </a:solidFill>
                <a:effectLst/>
                <a:latin typeface="Arial" panose="020B0604020202020204" pitchFamily="34" charset="0"/>
                <a:cs typeface="Arial" panose="020B0604020202020204" pitchFamily="34" charset="0"/>
              </a:rPr>
              <a:t>.</a:t>
            </a:r>
          </a:p>
          <a:p>
            <a:pPr eaLnBrk="0" fontAlgn="base" hangingPunct="0">
              <a:lnSpc>
                <a:spcPct val="100000"/>
              </a:lnSpc>
              <a:spcBef>
                <a:spcPct val="0"/>
              </a:spcBef>
              <a:spcAft>
                <a:spcPct val="0"/>
              </a:spcAft>
              <a:buFontTx/>
              <a:buChar char="•"/>
            </a:pPr>
            <a:r>
              <a:rPr lang="en-IN" sz="1600" i="0" dirty="0">
                <a:solidFill>
                  <a:schemeClr val="tx1"/>
                </a:solidFill>
                <a:effectLst/>
                <a:latin typeface="Arial" panose="020B0604020202020204" pitchFamily="34" charset="0"/>
                <a:cs typeface="Arial" panose="020B0604020202020204" pitchFamily="34" charset="0"/>
              </a:rPr>
              <a:t>W</a:t>
            </a:r>
            <a:r>
              <a:rPr lang="en-IN" sz="1800" dirty="0">
                <a:solidFill>
                  <a:schemeClr val="tx1"/>
                </a:solidFill>
                <a:latin typeface="Arial" panose="020B0604020202020204" pitchFamily="34" charset="0"/>
                <a:cs typeface="Arial" panose="020B0604020202020204" pitchFamily="34" charset="0"/>
              </a:rPr>
              <a:t>e have Implemented the LAA-NET on the above dataset trained for 7 epochs got </a:t>
            </a:r>
          </a:p>
          <a:p>
            <a:pPr eaLnBrk="0" fontAlgn="base" hangingPunct="0">
              <a:lnSpc>
                <a:spcPct val="100000"/>
              </a:lnSpc>
              <a:spcBef>
                <a:spcPct val="0"/>
              </a:spcBef>
              <a:spcAft>
                <a:spcPct val="0"/>
              </a:spcAft>
              <a:buFontTx/>
              <a:buChar char="•"/>
            </a:pPr>
            <a:r>
              <a:rPr lang="en-IN" sz="1800" dirty="0">
                <a:solidFill>
                  <a:schemeClr val="tx1"/>
                </a:solidFill>
                <a:latin typeface="Arial" panose="020B0604020202020204" pitchFamily="34" charset="0"/>
                <a:cs typeface="Arial" panose="020B0604020202020204" pitchFamily="34" charset="0"/>
              </a:rPr>
              <a:t>Accuracy: 52.53% </a:t>
            </a:r>
          </a:p>
          <a:p>
            <a:pPr eaLnBrk="0" fontAlgn="base" hangingPunct="0">
              <a:lnSpc>
                <a:spcPct val="100000"/>
              </a:lnSpc>
              <a:spcBef>
                <a:spcPct val="0"/>
              </a:spcBef>
              <a:spcAft>
                <a:spcPct val="0"/>
              </a:spcAft>
              <a:buFontTx/>
              <a:buChar char="•"/>
            </a:pPr>
            <a:r>
              <a:rPr lang="en-IN" sz="1800" dirty="0">
                <a:solidFill>
                  <a:schemeClr val="tx1"/>
                </a:solidFill>
                <a:latin typeface="Arial" panose="020B0604020202020204" pitchFamily="34" charset="0"/>
                <a:cs typeface="Arial" panose="020B0604020202020204" pitchFamily="34" charset="0"/>
              </a:rPr>
              <a:t>AUC :56.38% </a:t>
            </a:r>
          </a:p>
          <a:p>
            <a:pPr eaLnBrk="0" fontAlgn="base" hangingPunct="0">
              <a:lnSpc>
                <a:spcPct val="100000"/>
              </a:lnSpc>
              <a:spcBef>
                <a:spcPct val="0"/>
              </a:spcBef>
              <a:spcAft>
                <a:spcPct val="0"/>
              </a:spcAft>
              <a:buFontTx/>
              <a:buChar char="•"/>
            </a:pPr>
            <a:r>
              <a:rPr lang="en-IN" sz="1800" dirty="0">
                <a:solidFill>
                  <a:schemeClr val="tx1"/>
                </a:solidFill>
                <a:latin typeface="Arial" panose="020B0604020202020204" pitchFamily="34" charset="0"/>
                <a:cs typeface="Arial" panose="020B0604020202020204" pitchFamily="34" charset="0"/>
              </a:rPr>
              <a:t>AP : 53.38 </a:t>
            </a:r>
          </a:p>
          <a:p>
            <a:pPr eaLnBrk="0" fontAlgn="base" hangingPunct="0">
              <a:lnSpc>
                <a:spcPct val="100000"/>
              </a:lnSpc>
              <a:spcBef>
                <a:spcPct val="0"/>
              </a:spcBef>
              <a:spcAft>
                <a:spcPct val="0"/>
              </a:spcAft>
              <a:buFontTx/>
              <a:buChar char="•"/>
            </a:pPr>
            <a:r>
              <a:rPr lang="en-IN" sz="1800" dirty="0">
                <a:solidFill>
                  <a:schemeClr val="tx1"/>
                </a:solidFill>
                <a:latin typeface="Arial" panose="020B0604020202020204" pitchFamily="34" charset="0"/>
                <a:cs typeface="Arial" panose="020B0604020202020204" pitchFamily="34" charset="0"/>
              </a:rPr>
              <a:t>F1:67.80%</a:t>
            </a:r>
          </a:p>
          <a:p>
            <a:pPr eaLnBrk="0" fontAlgn="base" hangingPunct="0">
              <a:lnSpc>
                <a:spcPct val="100000"/>
              </a:lnSpc>
              <a:spcBef>
                <a:spcPct val="0"/>
              </a:spcBef>
              <a:spcAft>
                <a:spcPct val="0"/>
              </a:spcAft>
              <a:buFontTx/>
              <a:buChar char="•"/>
            </a:pPr>
            <a:endParaRPr lang="en-IN" sz="1600" i="0" dirty="0">
              <a:solidFill>
                <a:schemeClr val="tx1"/>
              </a:solidFill>
              <a:effectLst/>
              <a:latin typeface="Arial" panose="020B0604020202020204" pitchFamily="34" charset="0"/>
              <a:cs typeface="Arial" panose="020B0604020202020204" pitchFamily="34" charset="0"/>
            </a:endParaRPr>
          </a:p>
          <a:p>
            <a:pPr eaLnBrk="0" fontAlgn="base" hangingPunct="0">
              <a:lnSpc>
                <a:spcPct val="100000"/>
              </a:lnSpc>
              <a:spcBef>
                <a:spcPct val="0"/>
              </a:spcBef>
              <a:spcAft>
                <a:spcPct val="0"/>
              </a:spcAft>
              <a:buFontTx/>
              <a:buChar char="•"/>
            </a:pPr>
            <a:r>
              <a:rPr lang="en-IN" sz="1800" b="1" dirty="0" err="1">
                <a:solidFill>
                  <a:schemeClr val="tx1"/>
                </a:solidFill>
                <a:latin typeface="Arial" panose="020B0604020202020204" pitchFamily="34" charset="0"/>
                <a:cs typeface="Arial" panose="020B0604020202020204" pitchFamily="34" charset="0"/>
              </a:rPr>
              <a:t>GenConViT</a:t>
            </a:r>
            <a:r>
              <a:rPr lang="en-IN" sz="1800" b="1" dirty="0">
                <a:solidFill>
                  <a:schemeClr val="tx1"/>
                </a:solidFill>
                <a:latin typeface="Arial" panose="020B0604020202020204" pitchFamily="34" charset="0"/>
                <a:cs typeface="Arial" panose="020B0604020202020204" pitchFamily="34" charset="0"/>
              </a:rPr>
              <a:t>(</a:t>
            </a:r>
            <a:r>
              <a:rPr lang="en-IN" sz="1800" b="1" dirty="0" err="1"/>
              <a:t>GenConViT</a:t>
            </a:r>
            <a:r>
              <a:rPr lang="en-IN" sz="1800" b="1" dirty="0"/>
              <a:t>: Deepfake Video Detection Using Generative Convolutional Vision Transformer)</a:t>
            </a:r>
            <a:r>
              <a:rPr lang="en-IN" sz="1800" b="1" dirty="0">
                <a:latin typeface="Arial" panose="020B0604020202020204" pitchFamily="34" charset="0"/>
                <a:cs typeface="Arial" panose="020B0604020202020204" pitchFamily="34" charset="0"/>
              </a:rPr>
              <a:t>:</a:t>
            </a:r>
            <a:endParaRPr lang="en-IN" sz="1800" b="1" i="0" dirty="0">
              <a:solidFill>
                <a:schemeClr val="tx1"/>
              </a:solidFill>
              <a:effectLst/>
              <a:latin typeface="Arial" panose="020B0604020202020204" pitchFamily="34" charset="0"/>
              <a:cs typeface="Arial" panose="020B0604020202020204" pitchFamily="34" charset="0"/>
            </a:endParaRPr>
          </a:p>
          <a:p>
            <a:pPr eaLnBrk="0" fontAlgn="base" hangingPunct="0">
              <a:lnSpc>
                <a:spcPct val="100000"/>
              </a:lnSpc>
              <a:spcBef>
                <a:spcPct val="0"/>
              </a:spcBef>
              <a:spcAft>
                <a:spcPct val="0"/>
              </a:spcAft>
              <a:buFontTx/>
              <a:buChar char="•"/>
            </a:pPr>
            <a:r>
              <a:rPr lang="en-IN" sz="2000" dirty="0">
                <a:solidFill>
                  <a:schemeClr val="tx1"/>
                </a:solidFill>
                <a:latin typeface="Arial" panose="020B0604020202020204" pitchFamily="34" charset="0"/>
                <a:cs typeface="Arial" panose="020B0604020202020204" pitchFamily="34" charset="0"/>
              </a:rPr>
              <a:t>We have Implemented the </a:t>
            </a:r>
            <a:r>
              <a:rPr lang="en-IN" sz="2000" dirty="0" err="1">
                <a:solidFill>
                  <a:schemeClr val="tx1"/>
                </a:solidFill>
                <a:latin typeface="Arial" panose="020B0604020202020204" pitchFamily="34" charset="0"/>
                <a:cs typeface="Arial" panose="020B0604020202020204" pitchFamily="34" charset="0"/>
              </a:rPr>
              <a:t>GenConViT</a:t>
            </a:r>
            <a:r>
              <a:rPr lang="en-IN" sz="2000" dirty="0">
                <a:solidFill>
                  <a:schemeClr val="tx1"/>
                </a:solidFill>
                <a:latin typeface="Arial" panose="020B0604020202020204" pitchFamily="34" charset="0"/>
                <a:cs typeface="Arial" panose="020B0604020202020204" pitchFamily="34" charset="0"/>
              </a:rPr>
              <a:t> on </a:t>
            </a:r>
            <a:r>
              <a:rPr lang="en-US" sz="2000" i="0" dirty="0">
                <a:solidFill>
                  <a:srgbClr val="202124"/>
                </a:solidFill>
                <a:effectLst/>
                <a:latin typeface="Arial" panose="020B0604020202020204" pitchFamily="34" charset="0"/>
                <a:cs typeface="Arial" panose="020B0604020202020204" pitchFamily="34" charset="0"/>
              </a:rPr>
              <a:t>Real and Fake Face Detection Dataset</a:t>
            </a:r>
          </a:p>
          <a:p>
            <a:pPr eaLnBrk="0" fontAlgn="base" hangingPunct="0">
              <a:lnSpc>
                <a:spcPct val="100000"/>
              </a:lnSpc>
              <a:spcBef>
                <a:spcPct val="0"/>
              </a:spcBef>
              <a:spcAft>
                <a:spcPct val="0"/>
              </a:spcAft>
              <a:buFontTx/>
              <a:buChar char="•"/>
            </a:pPr>
            <a:r>
              <a:rPr lang="en-US" sz="2000" dirty="0">
                <a:solidFill>
                  <a:srgbClr val="202124"/>
                </a:solidFill>
                <a:latin typeface="Arial" panose="020B0604020202020204" pitchFamily="34" charset="0"/>
                <a:cs typeface="Arial" panose="020B0604020202020204" pitchFamily="34" charset="0"/>
              </a:rPr>
              <a:t>We have got an accuracy of 55% on original implementation</a:t>
            </a:r>
          </a:p>
          <a:p>
            <a:pPr eaLnBrk="0" fontAlgn="base" hangingPunct="0">
              <a:lnSpc>
                <a:spcPct val="100000"/>
              </a:lnSpc>
              <a:spcBef>
                <a:spcPct val="0"/>
              </a:spcBef>
              <a:spcAft>
                <a:spcPct val="0"/>
              </a:spcAft>
              <a:buFontTx/>
              <a:buChar char="•"/>
            </a:pPr>
            <a:r>
              <a:rPr lang="en-US" sz="2000" dirty="0">
                <a:solidFill>
                  <a:srgbClr val="202124"/>
                </a:solidFill>
                <a:latin typeface="Arial" panose="020B0604020202020204" pitchFamily="34" charset="0"/>
                <a:cs typeface="Arial" panose="020B0604020202020204" pitchFamily="34" charset="0"/>
              </a:rPr>
              <a:t>We have done some modifications to the paper’s model and got an accuracy of 53%</a:t>
            </a:r>
          </a:p>
          <a:p>
            <a:pPr eaLnBrk="0" fontAlgn="base" hangingPunct="0">
              <a:lnSpc>
                <a:spcPct val="100000"/>
              </a:lnSpc>
              <a:spcBef>
                <a:spcPct val="0"/>
              </a:spcBef>
              <a:spcAft>
                <a:spcPct val="0"/>
              </a:spcAft>
              <a:buFontTx/>
              <a:buChar char="•"/>
            </a:pPr>
            <a:endParaRPr lang="en-IN" sz="2000" i="0" dirty="0">
              <a:solidFill>
                <a:schemeClr val="tx1"/>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144553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09C8CAF-97DF-4086-B081-EAFD83FAC05C}"/>
              </a:ext>
            </a:extLst>
          </p:cNvPr>
          <p:cNvSpPr>
            <a:spLocks noGrp="1"/>
          </p:cNvSpPr>
          <p:nvPr>
            <p:ph type="ctrTitle"/>
          </p:nvPr>
        </p:nvSpPr>
        <p:spPr/>
        <p:txBody>
          <a:bodyPr/>
          <a:lstStyle/>
          <a:p>
            <a:r>
              <a:rPr lang="en-US" dirty="0"/>
              <a:t>Thank You</a:t>
            </a:r>
          </a:p>
        </p:txBody>
      </p:sp>
      <p:pic>
        <p:nvPicPr>
          <p:cNvPr id="18" name="Graphic 17" descr="Envelope icon" title="Icon Presenter Email">
            <a:extLst>
              <a:ext uri="{FF2B5EF4-FFF2-40B4-BE49-F238E27FC236}">
                <a16:creationId xmlns:a16="http://schemas.microsoft.com/office/drawing/2014/main" id="{6D49048B-2AA4-42B7-9454-4E76924BCC57}"/>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798044" y="4990975"/>
            <a:ext cx="218900" cy="218900"/>
          </a:xfrm>
          <a:prstGeom prst="rect">
            <a:avLst/>
          </a:prstGeom>
        </p:spPr>
      </p:pic>
      <p:grpSp>
        <p:nvGrpSpPr>
          <p:cNvPr id="25" name="Group 24">
            <a:extLst>
              <a:ext uri="{FF2B5EF4-FFF2-40B4-BE49-F238E27FC236}">
                <a16:creationId xmlns:a16="http://schemas.microsoft.com/office/drawing/2014/main" id="{F0F12597-AABE-455F-AE27-B788519B2040}"/>
              </a:ext>
              <a:ext uri="{C183D7F6-B498-43B3-948B-1728B52AA6E4}">
                <adec:decorative xmlns:adec="http://schemas.microsoft.com/office/drawing/2017/decorative" val="1"/>
              </a:ext>
            </a:extLst>
          </p:cNvPr>
          <p:cNvGrpSpPr>
            <a:grpSpLocks noChangeAspect="1"/>
          </p:cNvGrpSpPr>
          <p:nvPr/>
        </p:nvGrpSpPr>
        <p:grpSpPr>
          <a:xfrm flipH="1">
            <a:off x="489813" y="308601"/>
            <a:ext cx="445684" cy="444742"/>
            <a:chOff x="5660231" y="2993234"/>
            <a:chExt cx="868511" cy="866677"/>
          </a:xfrm>
        </p:grpSpPr>
        <p:sp>
          <p:nvSpPr>
            <p:cNvPr id="15" name="Freeform: Shape 14">
              <a:extLst>
                <a:ext uri="{FF2B5EF4-FFF2-40B4-BE49-F238E27FC236}">
                  <a16:creationId xmlns:a16="http://schemas.microsoft.com/office/drawing/2014/main" id="{559EE1F1-B897-408A-A84B-C550FFD08D48}"/>
                </a:ext>
              </a:extLst>
            </p:cNvPr>
            <p:cNvSpPr/>
            <p:nvPr/>
          </p:nvSpPr>
          <p:spPr>
            <a:xfrm>
              <a:off x="5660231" y="3288411"/>
              <a:ext cx="571500" cy="571500"/>
            </a:xfrm>
            <a:custGeom>
              <a:avLst/>
              <a:gdLst>
                <a:gd name="connsiteX0" fmla="*/ 288179 w 571500"/>
                <a:gd name="connsiteY0" fmla="*/ 7144 h 571500"/>
                <a:gd name="connsiteX1" fmla="*/ 7144 w 571500"/>
                <a:gd name="connsiteY1" fmla="*/ 288179 h 571500"/>
                <a:gd name="connsiteX2" fmla="*/ 288179 w 571500"/>
                <a:gd name="connsiteY2" fmla="*/ 569214 h 571500"/>
                <a:gd name="connsiteX3" fmla="*/ 569214 w 571500"/>
                <a:gd name="connsiteY3" fmla="*/ 288179 h 571500"/>
                <a:gd name="connsiteX4" fmla="*/ 288179 w 571500"/>
                <a:gd name="connsiteY4" fmla="*/ 7144 h 571500"/>
                <a:gd name="connsiteX5" fmla="*/ 288179 w 571500"/>
                <a:gd name="connsiteY5" fmla="*/ 531114 h 571500"/>
                <a:gd name="connsiteX6" fmla="*/ 45244 w 571500"/>
                <a:gd name="connsiteY6" fmla="*/ 288179 h 571500"/>
                <a:gd name="connsiteX7" fmla="*/ 288179 w 571500"/>
                <a:gd name="connsiteY7" fmla="*/ 45244 h 571500"/>
                <a:gd name="connsiteX8" fmla="*/ 531114 w 571500"/>
                <a:gd name="connsiteY8" fmla="*/ 288179 h 571500"/>
                <a:gd name="connsiteX9" fmla="*/ 288179 w 571500"/>
                <a:gd name="connsiteY9" fmla="*/ 531114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71500" h="571500">
                  <a:moveTo>
                    <a:pt x="288179" y="7144"/>
                  </a:moveTo>
                  <a:cubicBezTo>
                    <a:pt x="133217" y="7144"/>
                    <a:pt x="7144" y="133217"/>
                    <a:pt x="7144" y="288179"/>
                  </a:cubicBezTo>
                  <a:cubicBezTo>
                    <a:pt x="7144" y="443141"/>
                    <a:pt x="133217" y="569214"/>
                    <a:pt x="288179" y="569214"/>
                  </a:cubicBezTo>
                  <a:cubicBezTo>
                    <a:pt x="443141" y="569214"/>
                    <a:pt x="569214" y="443151"/>
                    <a:pt x="569214" y="288179"/>
                  </a:cubicBezTo>
                  <a:cubicBezTo>
                    <a:pt x="569214" y="133207"/>
                    <a:pt x="443141" y="7144"/>
                    <a:pt x="288179" y="7144"/>
                  </a:cubicBezTo>
                  <a:close/>
                  <a:moveTo>
                    <a:pt x="288179" y="531114"/>
                  </a:moveTo>
                  <a:cubicBezTo>
                    <a:pt x="154219" y="531114"/>
                    <a:pt x="45244" y="422138"/>
                    <a:pt x="45244" y="288179"/>
                  </a:cubicBezTo>
                  <a:cubicBezTo>
                    <a:pt x="45244" y="154219"/>
                    <a:pt x="154219" y="45244"/>
                    <a:pt x="288179" y="45244"/>
                  </a:cubicBezTo>
                  <a:cubicBezTo>
                    <a:pt x="422138" y="45244"/>
                    <a:pt x="531114" y="154229"/>
                    <a:pt x="531114" y="288179"/>
                  </a:cubicBezTo>
                  <a:cubicBezTo>
                    <a:pt x="531114" y="422129"/>
                    <a:pt x="422129" y="531114"/>
                    <a:pt x="288179" y="531114"/>
                  </a:cubicBezTo>
                  <a:close/>
                </a:path>
              </a:pathLst>
            </a:custGeom>
            <a:solidFill>
              <a:schemeClr val="bg1"/>
            </a:solidFill>
            <a:ln w="9525" cap="flat">
              <a:noFill/>
              <a:prstDash val="solid"/>
              <a:miter/>
            </a:ln>
          </p:spPr>
          <p:txBody>
            <a:bodyPr rtlCol="0" anchor="ctr"/>
            <a:lstStyle/>
            <a:p>
              <a:endParaRPr lang="en-US" dirty="0"/>
            </a:p>
          </p:txBody>
        </p:sp>
        <p:sp>
          <p:nvSpPr>
            <p:cNvPr id="16" name="Freeform: Shape 15">
              <a:extLst>
                <a:ext uri="{FF2B5EF4-FFF2-40B4-BE49-F238E27FC236}">
                  <a16:creationId xmlns:a16="http://schemas.microsoft.com/office/drawing/2014/main" id="{033469D8-D3DC-4362-8C73-DB3F504C5B01}"/>
                </a:ext>
              </a:extLst>
            </p:cNvPr>
            <p:cNvSpPr/>
            <p:nvPr/>
          </p:nvSpPr>
          <p:spPr>
            <a:xfrm>
              <a:off x="5778589" y="3406883"/>
              <a:ext cx="171450" cy="171450"/>
            </a:xfrm>
            <a:custGeom>
              <a:avLst/>
              <a:gdLst>
                <a:gd name="connsiteX0" fmla="*/ 47844 w 171450"/>
                <a:gd name="connsiteY0" fmla="*/ 101613 h 171450"/>
                <a:gd name="connsiteX1" fmla="*/ 45253 w 171450"/>
                <a:gd name="connsiteY1" fmla="*/ 87068 h 171450"/>
                <a:gd name="connsiteX2" fmla="*/ 87068 w 171450"/>
                <a:gd name="connsiteY2" fmla="*/ 45244 h 171450"/>
                <a:gd name="connsiteX3" fmla="*/ 128883 w 171450"/>
                <a:gd name="connsiteY3" fmla="*/ 87068 h 171450"/>
                <a:gd name="connsiteX4" fmla="*/ 87116 w 171450"/>
                <a:gd name="connsiteY4" fmla="*/ 128883 h 171450"/>
                <a:gd name="connsiteX5" fmla="*/ 68085 w 171450"/>
                <a:gd name="connsiteY5" fmla="*/ 147952 h 171450"/>
                <a:gd name="connsiteX6" fmla="*/ 87135 w 171450"/>
                <a:gd name="connsiteY6" fmla="*/ 166983 h 171450"/>
                <a:gd name="connsiteX7" fmla="*/ 87154 w 171450"/>
                <a:gd name="connsiteY7" fmla="*/ 166983 h 171450"/>
                <a:gd name="connsiteX8" fmla="*/ 166973 w 171450"/>
                <a:gd name="connsiteY8" fmla="*/ 87068 h 171450"/>
                <a:gd name="connsiteX9" fmla="*/ 87058 w 171450"/>
                <a:gd name="connsiteY9" fmla="*/ 7144 h 171450"/>
                <a:gd name="connsiteX10" fmla="*/ 7144 w 171450"/>
                <a:gd name="connsiteY10" fmla="*/ 87068 h 171450"/>
                <a:gd name="connsiteX11" fmla="*/ 12125 w 171450"/>
                <a:gd name="connsiteY11" fmla="*/ 114881 h 171450"/>
                <a:gd name="connsiteX12" fmla="*/ 36614 w 171450"/>
                <a:gd name="connsiteY12" fmla="*/ 126111 h 171450"/>
                <a:gd name="connsiteX13" fmla="*/ 47844 w 171450"/>
                <a:gd name="connsiteY13" fmla="*/ 101613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1450" h="171450">
                  <a:moveTo>
                    <a:pt x="47844" y="101613"/>
                  </a:moveTo>
                  <a:cubicBezTo>
                    <a:pt x="46120" y="96974"/>
                    <a:pt x="45253" y="92078"/>
                    <a:pt x="45253" y="87068"/>
                  </a:cubicBezTo>
                  <a:cubicBezTo>
                    <a:pt x="45253" y="64008"/>
                    <a:pt x="64008" y="45244"/>
                    <a:pt x="87068" y="45244"/>
                  </a:cubicBezTo>
                  <a:cubicBezTo>
                    <a:pt x="110128" y="45244"/>
                    <a:pt x="128883" y="64008"/>
                    <a:pt x="128883" y="87068"/>
                  </a:cubicBezTo>
                  <a:cubicBezTo>
                    <a:pt x="128883" y="110099"/>
                    <a:pt x="110147" y="128854"/>
                    <a:pt x="87116" y="128883"/>
                  </a:cubicBezTo>
                  <a:cubicBezTo>
                    <a:pt x="76600" y="128892"/>
                    <a:pt x="68075" y="137427"/>
                    <a:pt x="68085" y="147952"/>
                  </a:cubicBezTo>
                  <a:cubicBezTo>
                    <a:pt x="68094" y="158477"/>
                    <a:pt x="76619" y="166983"/>
                    <a:pt x="87135" y="166983"/>
                  </a:cubicBezTo>
                  <a:cubicBezTo>
                    <a:pt x="87135" y="166983"/>
                    <a:pt x="87144" y="166983"/>
                    <a:pt x="87154" y="166983"/>
                  </a:cubicBezTo>
                  <a:cubicBezTo>
                    <a:pt x="131169" y="166935"/>
                    <a:pt x="166973" y="131083"/>
                    <a:pt x="166973" y="87068"/>
                  </a:cubicBezTo>
                  <a:cubicBezTo>
                    <a:pt x="166973" y="42996"/>
                    <a:pt x="131121" y="7144"/>
                    <a:pt x="87058" y="7144"/>
                  </a:cubicBezTo>
                  <a:cubicBezTo>
                    <a:pt x="42996" y="7144"/>
                    <a:pt x="7144" y="42996"/>
                    <a:pt x="7144" y="87068"/>
                  </a:cubicBezTo>
                  <a:cubicBezTo>
                    <a:pt x="7144" y="96631"/>
                    <a:pt x="8820" y="105985"/>
                    <a:pt x="12125" y="114881"/>
                  </a:cubicBezTo>
                  <a:cubicBezTo>
                    <a:pt x="15783" y="124749"/>
                    <a:pt x="26737" y="129759"/>
                    <a:pt x="36614" y="126111"/>
                  </a:cubicBezTo>
                  <a:cubicBezTo>
                    <a:pt x="46492" y="122434"/>
                    <a:pt x="51511" y="111471"/>
                    <a:pt x="47844" y="101613"/>
                  </a:cubicBezTo>
                  <a:close/>
                </a:path>
              </a:pathLst>
            </a:custGeom>
            <a:solidFill>
              <a:schemeClr val="bg1"/>
            </a:solidFill>
            <a:ln w="9525" cap="flat">
              <a:noFill/>
              <a:prstDash val="solid"/>
              <a:miter/>
            </a:ln>
          </p:spPr>
          <p:txBody>
            <a:bodyPr rtlCol="0" anchor="ctr"/>
            <a:lstStyle/>
            <a:p>
              <a:endParaRPr lang="en-US" dirty="0"/>
            </a:p>
          </p:txBody>
        </p:sp>
        <p:sp>
          <p:nvSpPr>
            <p:cNvPr id="20" name="Freeform: Shape 19">
              <a:extLst>
                <a:ext uri="{FF2B5EF4-FFF2-40B4-BE49-F238E27FC236}">
                  <a16:creationId xmlns:a16="http://schemas.microsoft.com/office/drawing/2014/main" id="{56D60673-90C1-4A3B-B705-02383760807C}"/>
                </a:ext>
              </a:extLst>
            </p:cNvPr>
            <p:cNvSpPr/>
            <p:nvPr/>
          </p:nvSpPr>
          <p:spPr>
            <a:xfrm>
              <a:off x="6007446" y="3504769"/>
              <a:ext cx="142875" cy="142875"/>
            </a:xfrm>
            <a:custGeom>
              <a:avLst/>
              <a:gdLst>
                <a:gd name="connsiteX0" fmla="*/ 97184 w 142875"/>
                <a:gd name="connsiteY0" fmla="*/ 61648 h 142875"/>
                <a:gd name="connsiteX1" fmla="*/ 99041 w 142875"/>
                <a:gd name="connsiteY1" fmla="*/ 71506 h 142875"/>
                <a:gd name="connsiteX2" fmla="*/ 72142 w 142875"/>
                <a:gd name="connsiteY2" fmla="*/ 98395 h 142875"/>
                <a:gd name="connsiteX3" fmla="*/ 45244 w 142875"/>
                <a:gd name="connsiteY3" fmla="*/ 71506 h 142875"/>
                <a:gd name="connsiteX4" fmla="*/ 67618 w 142875"/>
                <a:gd name="connsiteY4" fmla="*/ 44989 h 142875"/>
                <a:gd name="connsiteX5" fmla="*/ 83239 w 142875"/>
                <a:gd name="connsiteY5" fmla="*/ 23033 h 142875"/>
                <a:gd name="connsiteX6" fmla="*/ 61293 w 142875"/>
                <a:gd name="connsiteY6" fmla="*/ 7403 h 142875"/>
                <a:gd name="connsiteX7" fmla="*/ 7144 w 142875"/>
                <a:gd name="connsiteY7" fmla="*/ 71497 h 142875"/>
                <a:gd name="connsiteX8" fmla="*/ 72142 w 142875"/>
                <a:gd name="connsiteY8" fmla="*/ 136486 h 142875"/>
                <a:gd name="connsiteX9" fmla="*/ 137141 w 142875"/>
                <a:gd name="connsiteY9" fmla="*/ 71497 h 142875"/>
                <a:gd name="connsiteX10" fmla="*/ 132617 w 142875"/>
                <a:gd name="connsiteY10" fmla="*/ 47646 h 142875"/>
                <a:gd name="connsiteX11" fmla="*/ 107899 w 142875"/>
                <a:gd name="connsiteY11" fmla="*/ 36921 h 142875"/>
                <a:gd name="connsiteX12" fmla="*/ 97184 w 142875"/>
                <a:gd name="connsiteY12" fmla="*/ 61648 h 142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2875" h="142875">
                  <a:moveTo>
                    <a:pt x="97184" y="61648"/>
                  </a:moveTo>
                  <a:cubicBezTo>
                    <a:pt x="98412" y="64772"/>
                    <a:pt x="99041" y="68096"/>
                    <a:pt x="99041" y="71506"/>
                  </a:cubicBezTo>
                  <a:cubicBezTo>
                    <a:pt x="99041" y="86337"/>
                    <a:pt x="86973" y="98395"/>
                    <a:pt x="72142" y="98395"/>
                  </a:cubicBezTo>
                  <a:cubicBezTo>
                    <a:pt x="57312" y="98395"/>
                    <a:pt x="45244" y="86327"/>
                    <a:pt x="45244" y="71506"/>
                  </a:cubicBezTo>
                  <a:cubicBezTo>
                    <a:pt x="45244" y="58314"/>
                    <a:pt x="54654" y="47160"/>
                    <a:pt x="67618" y="44989"/>
                  </a:cubicBezTo>
                  <a:cubicBezTo>
                    <a:pt x="77991" y="43236"/>
                    <a:pt x="84992" y="33406"/>
                    <a:pt x="83239" y="23033"/>
                  </a:cubicBezTo>
                  <a:cubicBezTo>
                    <a:pt x="81486" y="12661"/>
                    <a:pt x="71657" y="5688"/>
                    <a:pt x="61293" y="7403"/>
                  </a:cubicBezTo>
                  <a:cubicBezTo>
                    <a:pt x="29918" y="12689"/>
                    <a:pt x="7144" y="39645"/>
                    <a:pt x="7144" y="71497"/>
                  </a:cubicBezTo>
                  <a:cubicBezTo>
                    <a:pt x="7144" y="107339"/>
                    <a:pt x="36300" y="136486"/>
                    <a:pt x="72142" y="136486"/>
                  </a:cubicBezTo>
                  <a:cubicBezTo>
                    <a:pt x="107985" y="136486"/>
                    <a:pt x="137141" y="107330"/>
                    <a:pt x="137141" y="71497"/>
                  </a:cubicBezTo>
                  <a:cubicBezTo>
                    <a:pt x="137141" y="63277"/>
                    <a:pt x="135617" y="55247"/>
                    <a:pt x="132617" y="47646"/>
                  </a:cubicBezTo>
                  <a:cubicBezTo>
                    <a:pt x="128749" y="37864"/>
                    <a:pt x="117672" y="33073"/>
                    <a:pt x="107899" y="36921"/>
                  </a:cubicBezTo>
                  <a:cubicBezTo>
                    <a:pt x="98127" y="40788"/>
                    <a:pt x="93316" y="51856"/>
                    <a:pt x="97184" y="61648"/>
                  </a:cubicBezTo>
                  <a:close/>
                </a:path>
              </a:pathLst>
            </a:custGeom>
            <a:solidFill>
              <a:schemeClr val="bg1"/>
            </a:solidFill>
            <a:ln w="9525" cap="flat">
              <a:noFill/>
              <a:prstDash val="solid"/>
              <a:miter/>
            </a:ln>
          </p:spPr>
          <p:txBody>
            <a:bodyPr rtlCol="0" anchor="ctr"/>
            <a:lstStyle/>
            <a:p>
              <a:endParaRPr lang="en-US" dirty="0"/>
            </a:p>
          </p:txBody>
        </p:sp>
        <p:sp>
          <p:nvSpPr>
            <p:cNvPr id="21" name="Freeform: Shape 20">
              <a:extLst>
                <a:ext uri="{FF2B5EF4-FFF2-40B4-BE49-F238E27FC236}">
                  <a16:creationId xmlns:a16="http://schemas.microsoft.com/office/drawing/2014/main" id="{941908B8-1FD7-4EE4-AE25-1C45D34F1498}"/>
                </a:ext>
              </a:extLst>
            </p:cNvPr>
            <p:cNvSpPr/>
            <p:nvPr/>
          </p:nvSpPr>
          <p:spPr>
            <a:xfrm>
              <a:off x="5819742" y="3637845"/>
              <a:ext cx="152400" cy="142875"/>
            </a:xfrm>
            <a:custGeom>
              <a:avLst/>
              <a:gdLst>
                <a:gd name="connsiteX0" fmla="*/ 77414 w 152400"/>
                <a:gd name="connsiteY0" fmla="*/ 7144 h 142875"/>
                <a:gd name="connsiteX1" fmla="*/ 27703 w 152400"/>
                <a:gd name="connsiteY1" fmla="*/ 27737 h 142875"/>
                <a:gd name="connsiteX2" fmla="*/ 27703 w 152400"/>
                <a:gd name="connsiteY2" fmla="*/ 127168 h 142875"/>
                <a:gd name="connsiteX3" fmla="*/ 49382 w 152400"/>
                <a:gd name="connsiteY3" fmla="*/ 141932 h 142875"/>
                <a:gd name="connsiteX4" fmla="*/ 56964 w 152400"/>
                <a:gd name="connsiteY4" fmla="*/ 143523 h 142875"/>
                <a:gd name="connsiteX5" fmla="*/ 74443 w 152400"/>
                <a:gd name="connsiteY5" fmla="*/ 132055 h 142875"/>
                <a:gd name="connsiteX6" fmla="*/ 64556 w 152400"/>
                <a:gd name="connsiteY6" fmla="*/ 106994 h 142875"/>
                <a:gd name="connsiteX7" fmla="*/ 54631 w 152400"/>
                <a:gd name="connsiteY7" fmla="*/ 100222 h 142875"/>
                <a:gd name="connsiteX8" fmla="*/ 54631 w 152400"/>
                <a:gd name="connsiteY8" fmla="*/ 54673 h 142875"/>
                <a:gd name="connsiteX9" fmla="*/ 100170 w 152400"/>
                <a:gd name="connsiteY9" fmla="*/ 54673 h 142875"/>
                <a:gd name="connsiteX10" fmla="*/ 103675 w 152400"/>
                <a:gd name="connsiteY10" fmla="*/ 96088 h 142875"/>
                <a:gd name="connsiteX11" fmla="*/ 108152 w 152400"/>
                <a:gd name="connsiteY11" fmla="*/ 122653 h 142875"/>
                <a:gd name="connsiteX12" fmla="*/ 134717 w 152400"/>
                <a:gd name="connsiteY12" fmla="*/ 118167 h 142875"/>
                <a:gd name="connsiteX13" fmla="*/ 127106 w 152400"/>
                <a:gd name="connsiteY13" fmla="*/ 27737 h 142875"/>
                <a:gd name="connsiteX14" fmla="*/ 77414 w 152400"/>
                <a:gd name="connsiteY14" fmla="*/ 7144 h 142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2400" h="142875">
                  <a:moveTo>
                    <a:pt x="77414" y="7144"/>
                  </a:moveTo>
                  <a:cubicBezTo>
                    <a:pt x="58631" y="7144"/>
                    <a:pt x="40981" y="14459"/>
                    <a:pt x="27703" y="27737"/>
                  </a:cubicBezTo>
                  <a:cubicBezTo>
                    <a:pt x="291" y="55150"/>
                    <a:pt x="291" y="99755"/>
                    <a:pt x="27703" y="127168"/>
                  </a:cubicBezTo>
                  <a:cubicBezTo>
                    <a:pt x="33990" y="133445"/>
                    <a:pt x="41286" y="138417"/>
                    <a:pt x="49382" y="141932"/>
                  </a:cubicBezTo>
                  <a:cubicBezTo>
                    <a:pt x="51859" y="143008"/>
                    <a:pt x="54431" y="143523"/>
                    <a:pt x="56964" y="143523"/>
                  </a:cubicBezTo>
                  <a:cubicBezTo>
                    <a:pt x="64318" y="143523"/>
                    <a:pt x="71328" y="139236"/>
                    <a:pt x="74443" y="132055"/>
                  </a:cubicBezTo>
                  <a:cubicBezTo>
                    <a:pt x="78634" y="122396"/>
                    <a:pt x="74214" y="111185"/>
                    <a:pt x="64556" y="106994"/>
                  </a:cubicBezTo>
                  <a:cubicBezTo>
                    <a:pt x="60850" y="105385"/>
                    <a:pt x="57517" y="103108"/>
                    <a:pt x="54631" y="100222"/>
                  </a:cubicBezTo>
                  <a:cubicBezTo>
                    <a:pt x="42077" y="87668"/>
                    <a:pt x="42077" y="67227"/>
                    <a:pt x="54631" y="54673"/>
                  </a:cubicBezTo>
                  <a:cubicBezTo>
                    <a:pt x="66785" y="42501"/>
                    <a:pt x="88006" y="42510"/>
                    <a:pt x="100170" y="54673"/>
                  </a:cubicBezTo>
                  <a:cubicBezTo>
                    <a:pt x="111333" y="65837"/>
                    <a:pt x="112809" y="83248"/>
                    <a:pt x="103675" y="96088"/>
                  </a:cubicBezTo>
                  <a:cubicBezTo>
                    <a:pt x="97569" y="104651"/>
                    <a:pt x="99579" y="116548"/>
                    <a:pt x="108152" y="122653"/>
                  </a:cubicBezTo>
                  <a:cubicBezTo>
                    <a:pt x="116715" y="128740"/>
                    <a:pt x="128611" y="126749"/>
                    <a:pt x="134717" y="118167"/>
                  </a:cubicBezTo>
                  <a:cubicBezTo>
                    <a:pt x="154672" y="90135"/>
                    <a:pt x="151471" y="52092"/>
                    <a:pt x="127106" y="27737"/>
                  </a:cubicBezTo>
                  <a:cubicBezTo>
                    <a:pt x="113848" y="14449"/>
                    <a:pt x="96188" y="7144"/>
                    <a:pt x="77414" y="7144"/>
                  </a:cubicBezTo>
                  <a:close/>
                </a:path>
              </a:pathLst>
            </a:custGeom>
            <a:solidFill>
              <a:schemeClr val="bg1"/>
            </a:solidFill>
            <a:ln w="9525" cap="flat">
              <a:noFill/>
              <a:prstDash val="solid"/>
              <a:miter/>
            </a:ln>
          </p:spPr>
          <p:txBody>
            <a:bodyPr rtlCol="0" anchor="ctr"/>
            <a:lstStyle/>
            <a:p>
              <a:endParaRPr lang="en-US" dirty="0"/>
            </a:p>
          </p:txBody>
        </p:sp>
        <p:sp>
          <p:nvSpPr>
            <p:cNvPr id="22" name="Freeform: Shape 21">
              <a:extLst>
                <a:ext uri="{FF2B5EF4-FFF2-40B4-BE49-F238E27FC236}">
                  <a16:creationId xmlns:a16="http://schemas.microsoft.com/office/drawing/2014/main" id="{4B17393E-C1C4-43DA-A6B1-3ABA77082A89}"/>
                </a:ext>
              </a:extLst>
            </p:cNvPr>
            <p:cNvSpPr/>
            <p:nvPr/>
          </p:nvSpPr>
          <p:spPr>
            <a:xfrm>
              <a:off x="6170593" y="3013169"/>
              <a:ext cx="333375" cy="333375"/>
            </a:xfrm>
            <a:custGeom>
              <a:avLst/>
              <a:gdLst>
                <a:gd name="connsiteX0" fmla="*/ 12723 w 333375"/>
                <a:gd name="connsiteY0" fmla="*/ 328515 h 333375"/>
                <a:gd name="connsiteX1" fmla="*/ 26191 w 333375"/>
                <a:gd name="connsiteY1" fmla="*/ 334097 h 333375"/>
                <a:gd name="connsiteX2" fmla="*/ 39660 w 333375"/>
                <a:gd name="connsiteY2" fmla="*/ 328515 h 333375"/>
                <a:gd name="connsiteX3" fmla="*/ 328515 w 333375"/>
                <a:gd name="connsiteY3" fmla="*/ 39660 h 333375"/>
                <a:gd name="connsiteX4" fmla="*/ 328515 w 333375"/>
                <a:gd name="connsiteY4" fmla="*/ 12723 h 333375"/>
                <a:gd name="connsiteX5" fmla="*/ 301578 w 333375"/>
                <a:gd name="connsiteY5" fmla="*/ 12723 h 333375"/>
                <a:gd name="connsiteX6" fmla="*/ 12723 w 333375"/>
                <a:gd name="connsiteY6" fmla="*/ 301578 h 333375"/>
                <a:gd name="connsiteX7" fmla="*/ 12723 w 333375"/>
                <a:gd name="connsiteY7" fmla="*/ 328515 h 333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3375" h="333375">
                  <a:moveTo>
                    <a:pt x="12723" y="328515"/>
                  </a:moveTo>
                  <a:cubicBezTo>
                    <a:pt x="16438" y="332239"/>
                    <a:pt x="21315" y="334097"/>
                    <a:pt x="26191" y="334097"/>
                  </a:cubicBezTo>
                  <a:cubicBezTo>
                    <a:pt x="31068" y="334097"/>
                    <a:pt x="35945" y="332239"/>
                    <a:pt x="39660" y="328515"/>
                  </a:cubicBezTo>
                  <a:lnTo>
                    <a:pt x="328515" y="39660"/>
                  </a:lnTo>
                  <a:cubicBezTo>
                    <a:pt x="335954" y="32221"/>
                    <a:pt x="335954" y="20162"/>
                    <a:pt x="328515" y="12723"/>
                  </a:cubicBezTo>
                  <a:cubicBezTo>
                    <a:pt x="321085" y="5284"/>
                    <a:pt x="309008" y="5284"/>
                    <a:pt x="301578" y="12723"/>
                  </a:cubicBezTo>
                  <a:lnTo>
                    <a:pt x="12723" y="301578"/>
                  </a:lnTo>
                  <a:cubicBezTo>
                    <a:pt x="5284" y="309017"/>
                    <a:pt x="5284" y="321076"/>
                    <a:pt x="12723" y="328515"/>
                  </a:cubicBezTo>
                  <a:close/>
                </a:path>
              </a:pathLst>
            </a:custGeom>
            <a:solidFill>
              <a:schemeClr val="bg1"/>
            </a:solidFill>
            <a:ln w="9525" cap="flat">
              <a:noFill/>
              <a:prstDash val="solid"/>
              <a:miter/>
            </a:ln>
          </p:spPr>
          <p:txBody>
            <a:bodyPr rtlCol="0" anchor="ctr"/>
            <a:lstStyle/>
            <a:p>
              <a:endParaRPr lang="en-US" dirty="0"/>
            </a:p>
          </p:txBody>
        </p:sp>
        <p:sp>
          <p:nvSpPr>
            <p:cNvPr id="23" name="Freeform: Shape 22">
              <a:extLst>
                <a:ext uri="{FF2B5EF4-FFF2-40B4-BE49-F238E27FC236}">
                  <a16:creationId xmlns:a16="http://schemas.microsoft.com/office/drawing/2014/main" id="{2C0F054A-6FFE-4012-93EE-568C5B1B2A42}"/>
                </a:ext>
              </a:extLst>
            </p:cNvPr>
            <p:cNvSpPr/>
            <p:nvPr/>
          </p:nvSpPr>
          <p:spPr>
            <a:xfrm>
              <a:off x="6058150" y="2993234"/>
              <a:ext cx="285750" cy="285750"/>
            </a:xfrm>
            <a:custGeom>
              <a:avLst/>
              <a:gdLst>
                <a:gd name="connsiteX0" fmla="*/ 249114 w 285750"/>
                <a:gd name="connsiteY0" fmla="*/ 12723 h 285750"/>
                <a:gd name="connsiteX1" fmla="*/ 12723 w 285750"/>
                <a:gd name="connsiteY1" fmla="*/ 249114 h 285750"/>
                <a:gd name="connsiteX2" fmla="*/ 12723 w 285750"/>
                <a:gd name="connsiteY2" fmla="*/ 276051 h 285750"/>
                <a:gd name="connsiteX3" fmla="*/ 26191 w 285750"/>
                <a:gd name="connsiteY3" fmla="*/ 281633 h 285750"/>
                <a:gd name="connsiteX4" fmla="*/ 39660 w 285750"/>
                <a:gd name="connsiteY4" fmla="*/ 276051 h 285750"/>
                <a:gd name="connsiteX5" fmla="*/ 276051 w 285750"/>
                <a:gd name="connsiteY5" fmla="*/ 39660 h 285750"/>
                <a:gd name="connsiteX6" fmla="*/ 276051 w 285750"/>
                <a:gd name="connsiteY6" fmla="*/ 12723 h 285750"/>
                <a:gd name="connsiteX7" fmla="*/ 249114 w 285750"/>
                <a:gd name="connsiteY7" fmla="*/ 12723 h 285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5750" h="285750">
                  <a:moveTo>
                    <a:pt x="249114" y="12723"/>
                  </a:moveTo>
                  <a:lnTo>
                    <a:pt x="12723" y="249114"/>
                  </a:lnTo>
                  <a:cubicBezTo>
                    <a:pt x="5284" y="256553"/>
                    <a:pt x="5284" y="268612"/>
                    <a:pt x="12723" y="276051"/>
                  </a:cubicBezTo>
                  <a:cubicBezTo>
                    <a:pt x="16438" y="279775"/>
                    <a:pt x="21315" y="281633"/>
                    <a:pt x="26191" y="281633"/>
                  </a:cubicBezTo>
                  <a:cubicBezTo>
                    <a:pt x="31068" y="281633"/>
                    <a:pt x="35945" y="279775"/>
                    <a:pt x="39660" y="276051"/>
                  </a:cubicBezTo>
                  <a:lnTo>
                    <a:pt x="276051" y="39660"/>
                  </a:lnTo>
                  <a:cubicBezTo>
                    <a:pt x="283490" y="32221"/>
                    <a:pt x="283490" y="20162"/>
                    <a:pt x="276051" y="12723"/>
                  </a:cubicBezTo>
                  <a:cubicBezTo>
                    <a:pt x="268622" y="5284"/>
                    <a:pt x="256544" y="5284"/>
                    <a:pt x="249114" y="12723"/>
                  </a:cubicBezTo>
                  <a:close/>
                </a:path>
              </a:pathLst>
            </a:custGeom>
            <a:solidFill>
              <a:schemeClr val="bg1"/>
            </a:solidFill>
            <a:ln w="9525" cap="flat">
              <a:noFill/>
              <a:prstDash val="solid"/>
              <a:miter/>
            </a:ln>
          </p:spPr>
          <p:txBody>
            <a:bodyPr rtlCol="0" anchor="ctr"/>
            <a:lstStyle/>
            <a:p>
              <a:endParaRPr lang="en-US" dirty="0"/>
            </a:p>
          </p:txBody>
        </p:sp>
        <p:sp>
          <p:nvSpPr>
            <p:cNvPr id="24" name="Freeform: Shape 23">
              <a:extLst>
                <a:ext uri="{FF2B5EF4-FFF2-40B4-BE49-F238E27FC236}">
                  <a16:creationId xmlns:a16="http://schemas.microsoft.com/office/drawing/2014/main" id="{811AA75F-0393-4B2E-96E1-F088CC6A12EF}"/>
                </a:ext>
              </a:extLst>
            </p:cNvPr>
            <p:cNvSpPr/>
            <p:nvPr/>
          </p:nvSpPr>
          <p:spPr>
            <a:xfrm>
              <a:off x="6242992" y="3178076"/>
              <a:ext cx="285750" cy="285750"/>
            </a:xfrm>
            <a:custGeom>
              <a:avLst/>
              <a:gdLst>
                <a:gd name="connsiteX0" fmla="*/ 249114 w 285750"/>
                <a:gd name="connsiteY0" fmla="*/ 12723 h 285750"/>
                <a:gd name="connsiteX1" fmla="*/ 12723 w 285750"/>
                <a:gd name="connsiteY1" fmla="*/ 249124 h 285750"/>
                <a:gd name="connsiteX2" fmla="*/ 12723 w 285750"/>
                <a:gd name="connsiteY2" fmla="*/ 276061 h 285750"/>
                <a:gd name="connsiteX3" fmla="*/ 26191 w 285750"/>
                <a:gd name="connsiteY3" fmla="*/ 281642 h 285750"/>
                <a:gd name="connsiteX4" fmla="*/ 39660 w 285750"/>
                <a:gd name="connsiteY4" fmla="*/ 276061 h 285750"/>
                <a:gd name="connsiteX5" fmla="*/ 276051 w 285750"/>
                <a:gd name="connsiteY5" fmla="*/ 39660 h 285750"/>
                <a:gd name="connsiteX6" fmla="*/ 276051 w 285750"/>
                <a:gd name="connsiteY6" fmla="*/ 12723 h 285750"/>
                <a:gd name="connsiteX7" fmla="*/ 249114 w 285750"/>
                <a:gd name="connsiteY7" fmla="*/ 12723 h 285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5750" h="285750">
                  <a:moveTo>
                    <a:pt x="249114" y="12723"/>
                  </a:moveTo>
                  <a:lnTo>
                    <a:pt x="12723" y="249124"/>
                  </a:lnTo>
                  <a:cubicBezTo>
                    <a:pt x="5284" y="256563"/>
                    <a:pt x="5284" y="268622"/>
                    <a:pt x="12723" y="276061"/>
                  </a:cubicBezTo>
                  <a:cubicBezTo>
                    <a:pt x="16438" y="279785"/>
                    <a:pt x="21315" y="281642"/>
                    <a:pt x="26191" y="281642"/>
                  </a:cubicBezTo>
                  <a:cubicBezTo>
                    <a:pt x="31068" y="281642"/>
                    <a:pt x="35945" y="279785"/>
                    <a:pt x="39660" y="276061"/>
                  </a:cubicBezTo>
                  <a:lnTo>
                    <a:pt x="276051" y="39660"/>
                  </a:lnTo>
                  <a:cubicBezTo>
                    <a:pt x="283490" y="32221"/>
                    <a:pt x="283490" y="20162"/>
                    <a:pt x="276051" y="12723"/>
                  </a:cubicBezTo>
                  <a:cubicBezTo>
                    <a:pt x="268622" y="5284"/>
                    <a:pt x="256544" y="5284"/>
                    <a:pt x="249114" y="12723"/>
                  </a:cubicBezTo>
                  <a:close/>
                </a:path>
              </a:pathLst>
            </a:custGeom>
            <a:solidFill>
              <a:schemeClr val="bg1"/>
            </a:solidFill>
            <a:ln w="9525" cap="flat">
              <a:noFill/>
              <a:prstDash val="solid"/>
              <a:miter/>
            </a:ln>
          </p:spPr>
          <p:txBody>
            <a:bodyPr rtlCol="0" anchor="ctr"/>
            <a:lstStyle/>
            <a:p>
              <a:endParaRPr lang="en-US" dirty="0"/>
            </a:p>
          </p:txBody>
        </p:sp>
      </p:grpSp>
      <p:sp>
        <p:nvSpPr>
          <p:cNvPr id="9" name="Graphic 14" descr="dinosaur outline">
            <a:extLst>
              <a:ext uri="{FF2B5EF4-FFF2-40B4-BE49-F238E27FC236}">
                <a16:creationId xmlns:a16="http://schemas.microsoft.com/office/drawing/2014/main" id="{0DE3B922-950A-4A58-AAB9-38FDAD1D42F5}"/>
              </a:ext>
            </a:extLst>
          </p:cNvPr>
          <p:cNvSpPr>
            <a:spLocks noChangeAspect="1"/>
          </p:cNvSpPr>
          <p:nvPr/>
        </p:nvSpPr>
        <p:spPr>
          <a:xfrm>
            <a:off x="4946994" y="5307571"/>
            <a:ext cx="446307" cy="371026"/>
          </a:xfrm>
          <a:custGeom>
            <a:avLst/>
            <a:gdLst>
              <a:gd name="connsiteX0" fmla="*/ 580756 w 790575"/>
              <a:gd name="connsiteY0" fmla="*/ 27384 h 657225"/>
              <a:gd name="connsiteX1" fmla="*/ 540574 w 790575"/>
              <a:gd name="connsiteY1" fmla="*/ 83344 h 657225"/>
              <a:gd name="connsiteX2" fmla="*/ 585817 w 790575"/>
              <a:gd name="connsiteY2" fmla="*/ 136627 h 657225"/>
              <a:gd name="connsiteX3" fmla="*/ 676005 w 790575"/>
              <a:gd name="connsiteY3" fmla="*/ 132159 h 657225"/>
              <a:gd name="connsiteX4" fmla="*/ 683744 w 790575"/>
              <a:gd name="connsiteY4" fmla="*/ 206273 h 657225"/>
              <a:gd name="connsiteX5" fmla="*/ 648323 w 790575"/>
              <a:gd name="connsiteY5" fmla="*/ 245269 h 657225"/>
              <a:gd name="connsiteX6" fmla="*/ 439671 w 790575"/>
              <a:gd name="connsiteY6" fmla="*/ 297361 h 657225"/>
              <a:gd name="connsiteX7" fmla="*/ 303349 w 790575"/>
              <a:gd name="connsiteY7" fmla="*/ 362502 h 657225"/>
              <a:gd name="connsiteX8" fmla="*/ 202446 w 790575"/>
              <a:gd name="connsiteY8" fmla="*/ 403650 h 657225"/>
              <a:gd name="connsiteX9" fmla="*/ 92912 w 790575"/>
              <a:gd name="connsiteY9" fmla="*/ 363741 h 657225"/>
              <a:gd name="connsiteX10" fmla="*/ 29810 w 790575"/>
              <a:gd name="connsiteY10" fmla="*/ 246164 h 657225"/>
              <a:gd name="connsiteX11" fmla="*/ 19800 w 790575"/>
              <a:gd name="connsiteY11" fmla="*/ 238916 h 657225"/>
              <a:gd name="connsiteX12" fmla="*/ 11058 w 790575"/>
              <a:gd name="connsiteY12" fmla="*/ 247650 h 657225"/>
              <a:gd name="connsiteX13" fmla="*/ 45288 w 790575"/>
              <a:gd name="connsiteY13" fmla="*/ 451275 h 657225"/>
              <a:gd name="connsiteX14" fmla="*/ 198279 w 790575"/>
              <a:gd name="connsiteY14" fmla="*/ 543858 h 657225"/>
              <a:gd name="connsiteX15" fmla="*/ 189052 w 790575"/>
              <a:gd name="connsiteY15" fmla="*/ 612248 h 657225"/>
              <a:gd name="connsiteX16" fmla="*/ 190838 w 790575"/>
              <a:gd name="connsiteY16" fmla="*/ 623297 h 657225"/>
              <a:gd name="connsiteX17" fmla="*/ 219709 w 790575"/>
              <a:gd name="connsiteY17" fmla="*/ 634346 h 657225"/>
              <a:gd name="connsiteX18" fmla="*/ 243224 w 790575"/>
              <a:gd name="connsiteY18" fmla="*/ 635489 h 657225"/>
              <a:gd name="connsiteX19" fmla="*/ 250368 w 790575"/>
              <a:gd name="connsiteY19" fmla="*/ 654825 h 657225"/>
              <a:gd name="connsiteX20" fmla="*/ 365260 w 790575"/>
              <a:gd name="connsiteY20" fmla="*/ 654825 h 657225"/>
              <a:gd name="connsiteX21" fmla="*/ 374487 w 790575"/>
              <a:gd name="connsiteY21" fmla="*/ 642347 h 657225"/>
              <a:gd name="connsiteX22" fmla="*/ 381631 w 790575"/>
              <a:gd name="connsiteY22" fmla="*/ 567290 h 657225"/>
              <a:gd name="connsiteX23" fmla="*/ 533432 w 790575"/>
              <a:gd name="connsiteY23" fmla="*/ 539954 h 657225"/>
              <a:gd name="connsiteX24" fmla="*/ 512894 w 790575"/>
              <a:gd name="connsiteY24" fmla="*/ 574148 h 657225"/>
              <a:gd name="connsiteX25" fmla="*/ 535515 w 790575"/>
              <a:gd name="connsiteY25" fmla="*/ 597389 h 657225"/>
              <a:gd name="connsiteX26" fmla="*/ 529264 w 790575"/>
              <a:gd name="connsiteY26" fmla="*/ 611962 h 657225"/>
              <a:gd name="connsiteX27" fmla="*/ 537896 w 790575"/>
              <a:gd name="connsiteY27" fmla="*/ 625679 h 657225"/>
              <a:gd name="connsiteX28" fmla="*/ 652788 w 790575"/>
              <a:gd name="connsiteY28" fmla="*/ 625679 h 657225"/>
              <a:gd name="connsiteX29" fmla="*/ 662313 w 790575"/>
              <a:gd name="connsiteY29" fmla="*/ 616154 h 657225"/>
              <a:gd name="connsiteX30" fmla="*/ 652788 w 790575"/>
              <a:gd name="connsiteY30" fmla="*/ 539954 h 657225"/>
              <a:gd name="connsiteX31" fmla="*/ 681065 w 790575"/>
              <a:gd name="connsiteY31" fmla="*/ 427177 h 657225"/>
              <a:gd name="connsiteX32" fmla="*/ 787920 w 790575"/>
              <a:gd name="connsiteY32" fmla="*/ 191100 h 657225"/>
              <a:gd name="connsiteX33" fmla="*/ 762323 w 790575"/>
              <a:gd name="connsiteY33" fmla="*/ 66970 h 657225"/>
              <a:gd name="connsiteX34" fmla="*/ 662909 w 790575"/>
              <a:gd name="connsiteY34" fmla="*/ 7144 h 657225"/>
              <a:gd name="connsiteX35" fmla="*/ 580756 w 790575"/>
              <a:gd name="connsiteY35" fmla="*/ 27384 h 657225"/>
              <a:gd name="connsiteX36" fmla="*/ 662312 w 790575"/>
              <a:gd name="connsiteY36" fmla="*/ 26194 h 657225"/>
              <a:gd name="connsiteX37" fmla="*/ 745951 w 790575"/>
              <a:gd name="connsiteY37" fmla="*/ 76800 h 657225"/>
              <a:gd name="connsiteX38" fmla="*/ 768870 w 790575"/>
              <a:gd name="connsiteY38" fmla="*/ 190205 h 657225"/>
              <a:gd name="connsiteX39" fmla="*/ 666480 w 790575"/>
              <a:gd name="connsiteY39" fmla="*/ 414890 h 657225"/>
              <a:gd name="connsiteX40" fmla="*/ 662312 w 790575"/>
              <a:gd name="connsiteY40" fmla="*/ 422700 h 657225"/>
              <a:gd name="connsiteX41" fmla="*/ 634631 w 790575"/>
              <a:gd name="connsiteY41" fmla="*/ 534619 h 657225"/>
              <a:gd name="connsiteX42" fmla="*/ 633738 w 790575"/>
              <a:gd name="connsiteY42" fmla="*/ 539954 h 657225"/>
              <a:gd name="connsiteX43" fmla="*/ 642073 w 790575"/>
              <a:gd name="connsiteY43" fmla="*/ 606629 h 657225"/>
              <a:gd name="connsiteX44" fmla="*/ 551885 w 790575"/>
              <a:gd name="connsiteY44" fmla="*/ 606629 h 657225"/>
              <a:gd name="connsiteX45" fmla="*/ 566470 w 790575"/>
              <a:gd name="connsiteY45" fmla="*/ 519379 h 657225"/>
              <a:gd name="connsiteX46" fmla="*/ 552481 w 790575"/>
              <a:gd name="connsiteY46" fmla="*/ 511093 h 657225"/>
              <a:gd name="connsiteX47" fmla="*/ 375082 w 790575"/>
              <a:gd name="connsiteY47" fmla="*/ 548621 h 657225"/>
              <a:gd name="connsiteX48" fmla="*/ 366451 w 790575"/>
              <a:gd name="connsiteY48" fmla="*/ 553955 h 657225"/>
              <a:gd name="connsiteX49" fmla="*/ 353354 w 790575"/>
              <a:gd name="connsiteY49" fmla="*/ 635775 h 657225"/>
              <a:gd name="connsiteX50" fmla="*/ 261678 w 790575"/>
              <a:gd name="connsiteY50" fmla="*/ 635775 h 657225"/>
              <a:gd name="connsiteX51" fmla="*/ 259594 w 790575"/>
              <a:gd name="connsiteY51" fmla="*/ 546239 h 657225"/>
              <a:gd name="connsiteX52" fmla="*/ 252749 w 790575"/>
              <a:gd name="connsiteY52" fmla="*/ 539382 h 657225"/>
              <a:gd name="connsiteX53" fmla="*/ 60468 w 790575"/>
              <a:gd name="connsiteY53" fmla="*/ 439941 h 657225"/>
              <a:gd name="connsiteX54" fmla="*/ 27428 w 790575"/>
              <a:gd name="connsiteY54" fmla="*/ 292598 h 657225"/>
              <a:gd name="connsiteX55" fmla="*/ 79815 w 790575"/>
              <a:gd name="connsiteY55" fmla="*/ 377743 h 657225"/>
              <a:gd name="connsiteX56" fmla="*/ 202446 w 790575"/>
              <a:gd name="connsiteY56" fmla="*/ 422700 h 657225"/>
              <a:gd name="connsiteX57" fmla="*/ 312576 w 790575"/>
              <a:gd name="connsiteY57" fmla="*/ 378886 h 657225"/>
              <a:gd name="connsiteX58" fmla="*/ 444435 w 790575"/>
              <a:gd name="connsiteY58" fmla="*/ 315830 h 657225"/>
              <a:gd name="connsiteX59" fmla="*/ 656657 w 790575"/>
              <a:gd name="connsiteY59" fmla="*/ 262537 h 657225"/>
              <a:gd name="connsiteX60" fmla="*/ 702197 w 790575"/>
              <a:gd name="connsiteY60" fmla="*/ 211036 h 657225"/>
              <a:gd name="connsiteX61" fmla="*/ 692672 w 790575"/>
              <a:gd name="connsiteY61" fmla="*/ 118472 h 657225"/>
              <a:gd name="connsiteX62" fmla="*/ 681064 w 790575"/>
              <a:gd name="connsiteY62" fmla="*/ 112214 h 657225"/>
              <a:gd name="connsiteX63" fmla="*/ 590580 w 790575"/>
              <a:gd name="connsiteY63" fmla="*/ 118167 h 657225"/>
              <a:gd name="connsiteX64" fmla="*/ 559623 w 790575"/>
              <a:gd name="connsiteY64" fmla="*/ 83344 h 657225"/>
              <a:gd name="connsiteX65" fmla="*/ 590281 w 790575"/>
              <a:gd name="connsiteY65" fmla="*/ 43758 h 657225"/>
              <a:gd name="connsiteX66" fmla="*/ 662312 w 790575"/>
              <a:gd name="connsiteY66" fmla="*/ 26194 h 657225"/>
              <a:gd name="connsiteX67" fmla="*/ 654871 w 790575"/>
              <a:gd name="connsiteY67" fmla="*/ 54769 h 657225"/>
              <a:gd name="connsiteX68" fmla="*/ 645346 w 790575"/>
              <a:gd name="connsiteY68" fmla="*/ 64294 h 657225"/>
              <a:gd name="connsiteX69" fmla="*/ 654871 w 790575"/>
              <a:gd name="connsiteY69" fmla="*/ 73819 h 657225"/>
              <a:gd name="connsiteX70" fmla="*/ 664396 w 790575"/>
              <a:gd name="connsiteY70" fmla="*/ 64294 h 657225"/>
              <a:gd name="connsiteX71" fmla="*/ 654871 w 790575"/>
              <a:gd name="connsiteY71" fmla="*/ 54769 h 657225"/>
              <a:gd name="connsiteX72" fmla="*/ 219114 w 790575"/>
              <a:gd name="connsiteY72" fmla="*/ 549764 h 657225"/>
              <a:gd name="connsiteX73" fmla="*/ 242033 w 790575"/>
              <a:gd name="connsiteY73" fmla="*/ 556050 h 657225"/>
              <a:gd name="connsiteX74" fmla="*/ 246796 w 790575"/>
              <a:gd name="connsiteY74" fmla="*/ 616725 h 657225"/>
              <a:gd name="connsiteX75" fmla="*/ 222091 w 790575"/>
              <a:gd name="connsiteY75" fmla="*/ 615582 h 657225"/>
              <a:gd name="connsiteX76" fmla="*/ 209589 w 790575"/>
              <a:gd name="connsiteY76" fmla="*/ 611391 h 657225"/>
              <a:gd name="connsiteX77" fmla="*/ 219114 w 790575"/>
              <a:gd name="connsiteY77" fmla="*/ 549764 h 657225"/>
              <a:gd name="connsiteX78" fmla="*/ 545039 w 790575"/>
              <a:gd name="connsiteY78" fmla="*/ 560147 h 657225"/>
              <a:gd name="connsiteX79" fmla="*/ 541765 w 790575"/>
              <a:gd name="connsiteY79" fmla="*/ 578339 h 657225"/>
              <a:gd name="connsiteX80" fmla="*/ 534026 w 790575"/>
              <a:gd name="connsiteY80" fmla="*/ 576815 h 657225"/>
              <a:gd name="connsiteX81" fmla="*/ 545039 w 790575"/>
              <a:gd name="connsiteY81" fmla="*/ 560147 h 657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Lst>
            <a:rect l="l" t="t" r="r" b="b"/>
            <a:pathLst>
              <a:path w="790575" h="657225">
                <a:moveTo>
                  <a:pt x="580756" y="27384"/>
                </a:moveTo>
                <a:cubicBezTo>
                  <a:pt x="557873" y="40262"/>
                  <a:pt x="540574" y="59531"/>
                  <a:pt x="540574" y="83344"/>
                </a:cubicBezTo>
                <a:cubicBezTo>
                  <a:pt x="541766" y="112471"/>
                  <a:pt x="561134" y="130226"/>
                  <a:pt x="585817" y="136627"/>
                </a:cubicBezTo>
                <a:cubicBezTo>
                  <a:pt x="609873" y="142637"/>
                  <a:pt x="641260" y="139894"/>
                  <a:pt x="676005" y="132159"/>
                </a:cubicBezTo>
                <a:cubicBezTo>
                  <a:pt x="685334" y="165154"/>
                  <a:pt x="688052" y="189709"/>
                  <a:pt x="683744" y="206273"/>
                </a:cubicBezTo>
                <a:cubicBezTo>
                  <a:pt x="679046" y="224342"/>
                  <a:pt x="668007" y="235544"/>
                  <a:pt x="648323" y="245269"/>
                </a:cubicBezTo>
                <a:cubicBezTo>
                  <a:pt x="608955" y="264729"/>
                  <a:pt x="536090" y="273025"/>
                  <a:pt x="439671" y="297361"/>
                </a:cubicBezTo>
                <a:cubicBezTo>
                  <a:pt x="390465" y="314020"/>
                  <a:pt x="343457" y="339928"/>
                  <a:pt x="303349" y="362502"/>
                </a:cubicBezTo>
                <a:cubicBezTo>
                  <a:pt x="262739" y="385458"/>
                  <a:pt x="226905" y="403650"/>
                  <a:pt x="202446" y="403650"/>
                </a:cubicBezTo>
                <a:cubicBezTo>
                  <a:pt x="156481" y="403650"/>
                  <a:pt x="121083" y="389934"/>
                  <a:pt x="92912" y="363741"/>
                </a:cubicBezTo>
                <a:cubicBezTo>
                  <a:pt x="64740" y="337547"/>
                  <a:pt x="43873" y="298237"/>
                  <a:pt x="29810" y="246164"/>
                </a:cubicBezTo>
                <a:cubicBezTo>
                  <a:pt x="28752" y="241811"/>
                  <a:pt x="24269" y="238563"/>
                  <a:pt x="19800" y="238916"/>
                </a:cubicBezTo>
                <a:cubicBezTo>
                  <a:pt x="15332" y="239268"/>
                  <a:pt x="11416" y="243183"/>
                  <a:pt x="11058" y="247650"/>
                </a:cubicBezTo>
                <a:cubicBezTo>
                  <a:pt x="1369" y="335737"/>
                  <a:pt x="8543" y="401364"/>
                  <a:pt x="45288" y="451275"/>
                </a:cubicBezTo>
                <a:cubicBezTo>
                  <a:pt x="75501" y="492233"/>
                  <a:pt x="125204" y="521189"/>
                  <a:pt x="198279" y="543858"/>
                </a:cubicBezTo>
                <a:cubicBezTo>
                  <a:pt x="206445" y="568718"/>
                  <a:pt x="197975" y="594436"/>
                  <a:pt x="189052" y="612248"/>
                </a:cubicBezTo>
                <a:cubicBezTo>
                  <a:pt x="187270" y="615868"/>
                  <a:pt x="188025" y="620439"/>
                  <a:pt x="190838" y="623297"/>
                </a:cubicBezTo>
                <a:cubicBezTo>
                  <a:pt x="198547" y="631012"/>
                  <a:pt x="209043" y="633012"/>
                  <a:pt x="219709" y="634346"/>
                </a:cubicBezTo>
                <a:cubicBezTo>
                  <a:pt x="227607" y="635299"/>
                  <a:pt x="235593" y="635393"/>
                  <a:pt x="243224" y="635489"/>
                </a:cubicBezTo>
                <a:cubicBezTo>
                  <a:pt x="239128" y="645490"/>
                  <a:pt x="244581" y="650824"/>
                  <a:pt x="250368" y="654825"/>
                </a:cubicBezTo>
                <a:lnTo>
                  <a:pt x="365260" y="654825"/>
                </a:lnTo>
                <a:cubicBezTo>
                  <a:pt x="371315" y="654920"/>
                  <a:pt x="376379" y="648062"/>
                  <a:pt x="374487" y="642347"/>
                </a:cubicBezTo>
                <a:cubicBezTo>
                  <a:pt x="365837" y="616154"/>
                  <a:pt x="366153" y="600342"/>
                  <a:pt x="381631" y="567290"/>
                </a:cubicBezTo>
                <a:cubicBezTo>
                  <a:pt x="435595" y="566909"/>
                  <a:pt x="483509" y="560718"/>
                  <a:pt x="533432" y="539954"/>
                </a:cubicBezTo>
                <a:cubicBezTo>
                  <a:pt x="529812" y="553383"/>
                  <a:pt x="518117" y="563956"/>
                  <a:pt x="512894" y="574148"/>
                </a:cubicBezTo>
                <a:cubicBezTo>
                  <a:pt x="510967" y="587959"/>
                  <a:pt x="525038" y="593007"/>
                  <a:pt x="535515" y="597389"/>
                </a:cubicBezTo>
                <a:cubicBezTo>
                  <a:pt x="533686" y="602056"/>
                  <a:pt x="531750" y="606914"/>
                  <a:pt x="529264" y="611962"/>
                </a:cubicBezTo>
                <a:cubicBezTo>
                  <a:pt x="526445" y="617772"/>
                  <a:pt x="531449" y="625679"/>
                  <a:pt x="537896" y="625679"/>
                </a:cubicBezTo>
                <a:lnTo>
                  <a:pt x="652788" y="625679"/>
                </a:lnTo>
                <a:cubicBezTo>
                  <a:pt x="657776" y="625679"/>
                  <a:pt x="662312" y="621106"/>
                  <a:pt x="662313" y="616154"/>
                </a:cubicBezTo>
                <a:cubicBezTo>
                  <a:pt x="662313" y="595389"/>
                  <a:pt x="656007" y="564814"/>
                  <a:pt x="652788" y="539954"/>
                </a:cubicBezTo>
                <a:cubicBezTo>
                  <a:pt x="670388" y="504330"/>
                  <a:pt x="680487" y="480898"/>
                  <a:pt x="681065" y="427177"/>
                </a:cubicBezTo>
                <a:cubicBezTo>
                  <a:pt x="744899" y="379647"/>
                  <a:pt x="784301" y="281274"/>
                  <a:pt x="787920" y="191100"/>
                </a:cubicBezTo>
                <a:cubicBezTo>
                  <a:pt x="789768" y="145066"/>
                  <a:pt x="782346" y="100946"/>
                  <a:pt x="762323" y="66970"/>
                </a:cubicBezTo>
                <a:cubicBezTo>
                  <a:pt x="742300" y="33004"/>
                  <a:pt x="708864" y="9725"/>
                  <a:pt x="662909" y="7144"/>
                </a:cubicBezTo>
                <a:cubicBezTo>
                  <a:pt x="626440" y="7372"/>
                  <a:pt x="603235" y="15087"/>
                  <a:pt x="580756" y="27384"/>
                </a:cubicBezTo>
                <a:close/>
                <a:moveTo>
                  <a:pt x="662312" y="26194"/>
                </a:moveTo>
                <a:cubicBezTo>
                  <a:pt x="702202" y="28613"/>
                  <a:pt x="728653" y="47454"/>
                  <a:pt x="745951" y="76800"/>
                </a:cubicBezTo>
                <a:cubicBezTo>
                  <a:pt x="763342" y="106299"/>
                  <a:pt x="770615" y="146771"/>
                  <a:pt x="768870" y="190205"/>
                </a:cubicBezTo>
                <a:cubicBezTo>
                  <a:pt x="765383" y="277063"/>
                  <a:pt x="724766" y="374218"/>
                  <a:pt x="666480" y="414890"/>
                </a:cubicBezTo>
                <a:cubicBezTo>
                  <a:pt x="663962" y="416604"/>
                  <a:pt x="662356" y="419652"/>
                  <a:pt x="662312" y="422700"/>
                </a:cubicBezTo>
                <a:cubicBezTo>
                  <a:pt x="662312" y="479660"/>
                  <a:pt x="653787" y="495948"/>
                  <a:pt x="634631" y="534619"/>
                </a:cubicBezTo>
                <a:cubicBezTo>
                  <a:pt x="633825" y="536238"/>
                  <a:pt x="633512" y="538143"/>
                  <a:pt x="633738" y="539954"/>
                </a:cubicBezTo>
                <a:cubicBezTo>
                  <a:pt x="636595" y="563003"/>
                  <a:pt x="640833" y="588436"/>
                  <a:pt x="642073" y="606629"/>
                </a:cubicBezTo>
                <a:lnTo>
                  <a:pt x="551885" y="606629"/>
                </a:lnTo>
                <a:cubicBezTo>
                  <a:pt x="565536" y="572910"/>
                  <a:pt x="566470" y="544906"/>
                  <a:pt x="566470" y="519379"/>
                </a:cubicBezTo>
                <a:cubicBezTo>
                  <a:pt x="566413" y="512902"/>
                  <a:pt x="558231" y="508045"/>
                  <a:pt x="552481" y="511093"/>
                </a:cubicBezTo>
                <a:cubicBezTo>
                  <a:pt x="493099" y="542144"/>
                  <a:pt x="440651" y="548621"/>
                  <a:pt x="375082" y="548621"/>
                </a:cubicBezTo>
                <a:cubicBezTo>
                  <a:pt x="371510" y="548621"/>
                  <a:pt x="368014" y="550717"/>
                  <a:pt x="366451" y="553955"/>
                </a:cubicBezTo>
                <a:cubicBezTo>
                  <a:pt x="349528" y="588150"/>
                  <a:pt x="347461" y="610914"/>
                  <a:pt x="353354" y="635775"/>
                </a:cubicBezTo>
                <a:lnTo>
                  <a:pt x="261678" y="635775"/>
                </a:lnTo>
                <a:cubicBezTo>
                  <a:pt x="268169" y="608819"/>
                  <a:pt x="268145" y="580720"/>
                  <a:pt x="259594" y="546239"/>
                </a:cubicBezTo>
                <a:cubicBezTo>
                  <a:pt x="258750" y="542906"/>
                  <a:pt x="256026" y="540239"/>
                  <a:pt x="252749" y="539382"/>
                </a:cubicBezTo>
                <a:cubicBezTo>
                  <a:pt x="153138" y="515378"/>
                  <a:pt x="93162" y="484327"/>
                  <a:pt x="60468" y="439941"/>
                </a:cubicBezTo>
                <a:cubicBezTo>
                  <a:pt x="33628" y="403460"/>
                  <a:pt x="24814" y="355835"/>
                  <a:pt x="27428" y="292598"/>
                </a:cubicBezTo>
                <a:cubicBezTo>
                  <a:pt x="41099" y="326593"/>
                  <a:pt x="57161" y="356692"/>
                  <a:pt x="79815" y="377743"/>
                </a:cubicBezTo>
                <a:cubicBezTo>
                  <a:pt x="111504" y="407175"/>
                  <a:pt x="152633" y="422700"/>
                  <a:pt x="202446" y="422700"/>
                </a:cubicBezTo>
                <a:cubicBezTo>
                  <a:pt x="235454" y="422700"/>
                  <a:pt x="271775" y="401936"/>
                  <a:pt x="312576" y="378886"/>
                </a:cubicBezTo>
                <a:cubicBezTo>
                  <a:pt x="353300" y="355930"/>
                  <a:pt x="398127" y="329927"/>
                  <a:pt x="444435" y="315830"/>
                </a:cubicBezTo>
                <a:cubicBezTo>
                  <a:pt x="514809" y="293265"/>
                  <a:pt x="595182" y="291532"/>
                  <a:pt x="656657" y="262537"/>
                </a:cubicBezTo>
                <a:cubicBezTo>
                  <a:pt x="679373" y="251307"/>
                  <a:pt x="696046" y="234686"/>
                  <a:pt x="702197" y="211036"/>
                </a:cubicBezTo>
                <a:cubicBezTo>
                  <a:pt x="708349" y="187395"/>
                  <a:pt x="704901" y="157982"/>
                  <a:pt x="692672" y="118472"/>
                </a:cubicBezTo>
                <a:cubicBezTo>
                  <a:pt x="691181" y="113852"/>
                  <a:pt x="685742" y="110919"/>
                  <a:pt x="681064" y="112214"/>
                </a:cubicBezTo>
                <a:cubicBezTo>
                  <a:pt x="643871" y="121520"/>
                  <a:pt x="611782" y="123473"/>
                  <a:pt x="590580" y="118167"/>
                </a:cubicBezTo>
                <a:cubicBezTo>
                  <a:pt x="571963" y="113329"/>
                  <a:pt x="559804" y="100203"/>
                  <a:pt x="559623" y="83344"/>
                </a:cubicBezTo>
                <a:cubicBezTo>
                  <a:pt x="559623" y="69056"/>
                  <a:pt x="570827" y="54702"/>
                  <a:pt x="590281" y="43758"/>
                </a:cubicBezTo>
                <a:cubicBezTo>
                  <a:pt x="610126" y="31842"/>
                  <a:pt x="635109" y="25861"/>
                  <a:pt x="662312" y="26194"/>
                </a:cubicBezTo>
                <a:close/>
                <a:moveTo>
                  <a:pt x="654871" y="54769"/>
                </a:moveTo>
                <a:cubicBezTo>
                  <a:pt x="649611" y="54769"/>
                  <a:pt x="645346" y="59036"/>
                  <a:pt x="645346" y="64294"/>
                </a:cubicBezTo>
                <a:cubicBezTo>
                  <a:pt x="645346" y="69561"/>
                  <a:pt x="649611" y="73819"/>
                  <a:pt x="654871" y="73819"/>
                </a:cubicBezTo>
                <a:cubicBezTo>
                  <a:pt x="660132" y="73819"/>
                  <a:pt x="664396" y="69561"/>
                  <a:pt x="664396" y="64294"/>
                </a:cubicBezTo>
                <a:cubicBezTo>
                  <a:pt x="664396" y="59036"/>
                  <a:pt x="660132" y="54769"/>
                  <a:pt x="654871" y="54769"/>
                </a:cubicBezTo>
                <a:close/>
                <a:moveTo>
                  <a:pt x="219114" y="549764"/>
                </a:moveTo>
                <a:cubicBezTo>
                  <a:pt x="226626" y="551860"/>
                  <a:pt x="234067" y="554051"/>
                  <a:pt x="242033" y="556050"/>
                </a:cubicBezTo>
                <a:cubicBezTo>
                  <a:pt x="247323" y="579292"/>
                  <a:pt x="248824" y="598627"/>
                  <a:pt x="246796" y="616725"/>
                </a:cubicBezTo>
                <a:cubicBezTo>
                  <a:pt x="238461" y="616725"/>
                  <a:pt x="229722" y="616439"/>
                  <a:pt x="222091" y="615582"/>
                </a:cubicBezTo>
                <a:cubicBezTo>
                  <a:pt x="215678" y="614820"/>
                  <a:pt x="212767" y="612914"/>
                  <a:pt x="209589" y="611391"/>
                </a:cubicBezTo>
                <a:cubicBezTo>
                  <a:pt x="216908" y="594532"/>
                  <a:pt x="223095" y="573005"/>
                  <a:pt x="219114" y="549764"/>
                </a:cubicBezTo>
                <a:close/>
                <a:moveTo>
                  <a:pt x="545039" y="560147"/>
                </a:moveTo>
                <a:cubicBezTo>
                  <a:pt x="544303" y="566052"/>
                  <a:pt x="543321" y="572148"/>
                  <a:pt x="541765" y="578339"/>
                </a:cubicBezTo>
                <a:cubicBezTo>
                  <a:pt x="538881" y="579197"/>
                  <a:pt x="536380" y="577386"/>
                  <a:pt x="534026" y="576815"/>
                </a:cubicBezTo>
                <a:cubicBezTo>
                  <a:pt x="538067" y="571005"/>
                  <a:pt x="541884" y="565099"/>
                  <a:pt x="545039" y="560147"/>
                </a:cubicBezTo>
                <a:close/>
              </a:path>
            </a:pathLst>
          </a:custGeom>
          <a:solidFill>
            <a:schemeClr val="bg1"/>
          </a:solidFill>
          <a:ln w="9525" cap="flat">
            <a:noFill/>
            <a:prstDash val="solid"/>
            <a:miter/>
          </a:ln>
        </p:spPr>
        <p:txBody>
          <a:bodyPr rtlCol="0" anchor="ctr"/>
          <a:lstStyle/>
          <a:p>
            <a:endParaRPr lang="en-US" dirty="0"/>
          </a:p>
        </p:txBody>
      </p:sp>
      <p:cxnSp>
        <p:nvCxnSpPr>
          <p:cNvPr id="14" name="Straight Connector 13">
            <a:extLst>
              <a:ext uri="{FF2B5EF4-FFF2-40B4-BE49-F238E27FC236}">
                <a16:creationId xmlns:a16="http://schemas.microsoft.com/office/drawing/2014/main" id="{61DCE69A-183E-4D92-928A-CEE76B9E5241}"/>
              </a:ext>
              <a:ext uri="{C183D7F6-B498-43B3-948B-1728B52AA6E4}">
                <adec:decorative xmlns:adec="http://schemas.microsoft.com/office/drawing/2017/decorative" val="1"/>
              </a:ext>
            </a:extLst>
          </p:cNvPr>
          <p:cNvCxnSpPr/>
          <p:nvPr/>
        </p:nvCxnSpPr>
        <p:spPr>
          <a:xfrm>
            <a:off x="7804352" y="1204506"/>
            <a:ext cx="0" cy="4093388"/>
          </a:xfrm>
          <a:prstGeom prst="line">
            <a:avLst/>
          </a:prstGeom>
          <a:ln w="63500" cap="rnd">
            <a:gradFill>
              <a:gsLst>
                <a:gs pos="0">
                  <a:schemeClr val="accent1"/>
                </a:gs>
                <a:gs pos="100000">
                  <a:schemeClr val="accent5"/>
                </a:gs>
              </a:gsLst>
              <a:lin ang="5400000" scaled="1"/>
            </a:gradFill>
          </a:ln>
        </p:spPr>
        <p:style>
          <a:lnRef idx="1">
            <a:schemeClr val="accent1"/>
          </a:lnRef>
          <a:fillRef idx="0">
            <a:schemeClr val="accent1"/>
          </a:fillRef>
          <a:effectRef idx="0">
            <a:schemeClr val="accent1"/>
          </a:effectRef>
          <a:fontRef idx="minor">
            <a:schemeClr val="tx1"/>
          </a:fontRef>
        </p:style>
      </p:cxnSp>
      <p:pic>
        <p:nvPicPr>
          <p:cNvPr id="8" name="Picture Placeholder 7" descr="girl with pigtails raising her hand with chalkboard in background">
            <a:extLst>
              <a:ext uri="{FF2B5EF4-FFF2-40B4-BE49-F238E27FC236}">
                <a16:creationId xmlns:a16="http://schemas.microsoft.com/office/drawing/2014/main" id="{A8A29F18-9B4E-4798-8043-A88568C47F1E}"/>
              </a:ext>
            </a:extLst>
          </p:cNvPr>
          <p:cNvPicPr>
            <a:picLocks noGrp="1" noChangeAspect="1"/>
          </p:cNvPicPr>
          <p:nvPr>
            <p:ph type="pic" sz="quarter" idx="14"/>
          </p:nvPr>
        </p:nvPicPr>
        <p:blipFill rotWithShape="1">
          <a:blip r:embed="rId4" cstate="screen">
            <a:extLst>
              <a:ext uri="{28A0092B-C50C-407E-A947-70E740481C1C}">
                <a14:useLocalDpi xmlns:a14="http://schemas.microsoft.com/office/drawing/2010/main"/>
              </a:ext>
            </a:extLst>
          </a:blip>
          <a:srcRect/>
          <a:stretch/>
        </p:blipFill>
        <p:spPr>
          <a:xfrm flipH="1">
            <a:off x="7801097" y="1"/>
            <a:ext cx="4389475" cy="6677644"/>
          </a:xfrm>
        </p:spPr>
      </p:pic>
    </p:spTree>
    <p:extLst>
      <p:ext uri="{BB962C8B-B14F-4D97-AF65-F5344CB8AC3E}">
        <p14:creationId xmlns:p14="http://schemas.microsoft.com/office/powerpoint/2010/main" val="268675344"/>
      </p:ext>
    </p:extLst>
  </p:cSld>
  <p:clrMapOvr>
    <a:masterClrMapping/>
  </p:clrMapOvr>
</p:sld>
</file>

<file path=ppt/theme/theme1.xml><?xml version="1.0" encoding="utf-8"?>
<a:theme xmlns:a="http://schemas.openxmlformats.org/drawingml/2006/main" name="Office Theme">
  <a:themeElements>
    <a:clrScheme name="Custom 153">
      <a:dk1>
        <a:sysClr val="windowText" lastClr="000000"/>
      </a:dk1>
      <a:lt1>
        <a:sysClr val="window" lastClr="FFFFFF"/>
      </a:lt1>
      <a:dk2>
        <a:srgbClr val="44546A"/>
      </a:dk2>
      <a:lt2>
        <a:srgbClr val="E7E6E6"/>
      </a:lt2>
      <a:accent1>
        <a:srgbClr val="00B0F0"/>
      </a:accent1>
      <a:accent2>
        <a:srgbClr val="0B6CD9"/>
      </a:accent2>
      <a:accent3>
        <a:srgbClr val="0C3DF8"/>
      </a:accent3>
      <a:accent4>
        <a:srgbClr val="F2194A"/>
      </a:accent4>
      <a:accent5>
        <a:srgbClr val="0CF8B6"/>
      </a:accent5>
      <a:accent6>
        <a:srgbClr val="BDB313"/>
      </a:accent6>
      <a:hlink>
        <a:srgbClr val="00B0F0"/>
      </a:hlink>
      <a:folHlink>
        <a:srgbClr val="00B0F0"/>
      </a:folHlink>
    </a:clrScheme>
    <a:fontScheme name="Custom 162">
      <a:majorFont>
        <a:latin typeface="Tw Cen MT"/>
        <a:ea typeface=""/>
        <a:cs typeface=""/>
      </a:majorFont>
      <a:minorFont>
        <a:latin typeface="Lucida Sans Typewrite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TF78043420_Science fair presentation_RVA_v3.potx" id="{29D4BD8F-7488-49D9-BFBB-7DF8C2B0292D}" vid="{799E8309-D02B-4451-A1B1-915D5FF07E1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Science fair presentation</Template>
  <TotalTime>2964</TotalTime>
  <Words>2494</Words>
  <Application>Microsoft Office PowerPoint</Application>
  <PresentationFormat>Widescreen</PresentationFormat>
  <Paragraphs>288</Paragraphs>
  <Slides>28</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28</vt:i4>
      </vt:variant>
    </vt:vector>
  </HeadingPairs>
  <TitlesOfParts>
    <vt:vector size="37" baseType="lpstr">
      <vt:lpstr>Arial</vt:lpstr>
      <vt:lpstr>Bookman Old Style</vt:lpstr>
      <vt:lpstr>Calibri</vt:lpstr>
      <vt:lpstr>Lucida Sans Typewriter</vt:lpstr>
      <vt:lpstr>Nexus Sans</vt:lpstr>
      <vt:lpstr>Times New Roman</vt:lpstr>
      <vt:lpstr>Tw Cen MT</vt:lpstr>
      <vt:lpstr>Wingdings</vt:lpstr>
      <vt:lpstr>Office Theme</vt:lpstr>
      <vt:lpstr>PowerPoint Presentation</vt:lpstr>
      <vt:lpstr>Anomaly Detection </vt:lpstr>
      <vt:lpstr>INTRODUCTION</vt:lpstr>
      <vt:lpstr>PROBLEM STATEMENT</vt:lpstr>
      <vt:lpstr>MOTIVATION</vt:lpstr>
      <vt:lpstr>Paper’s Model Architecture </vt:lpstr>
      <vt:lpstr>FiLO Model Architecture</vt:lpstr>
      <vt:lpstr>FiLO Model Architecture</vt:lpstr>
      <vt:lpstr>Architecture</vt:lpstr>
      <vt:lpstr>Architecture</vt:lpstr>
      <vt:lpstr>Architecture</vt:lpstr>
      <vt:lpstr>Architecture</vt:lpstr>
      <vt:lpstr>WORKFLOW</vt:lpstr>
      <vt:lpstr>WORKFLOW</vt:lpstr>
      <vt:lpstr>DATASETS USED</vt:lpstr>
      <vt:lpstr>Comparison with Other Models</vt:lpstr>
      <vt:lpstr>RESULTS</vt:lpstr>
      <vt:lpstr>RESULTS</vt:lpstr>
      <vt:lpstr>RESULTS</vt:lpstr>
      <vt:lpstr>RESULTS</vt:lpstr>
      <vt:lpstr>Future Directions</vt:lpstr>
      <vt:lpstr>REFRENCES</vt:lpstr>
      <vt:lpstr>DeepFake Detection</vt:lpstr>
      <vt:lpstr>INTRODUCTION</vt:lpstr>
      <vt:lpstr>PROBLEM STATEMENT</vt:lpstr>
      <vt:lpstr>MOTIVATION</vt:lpstr>
      <vt:lpstr>RESULTS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Viswa Bhaskar Anupindi</dc:creator>
  <cp:lastModifiedBy>Viswa Bhaskar Anupindi</cp:lastModifiedBy>
  <cp:revision>133</cp:revision>
  <dcterms:created xsi:type="dcterms:W3CDTF">2025-03-25T16:31:28Z</dcterms:created>
  <dcterms:modified xsi:type="dcterms:W3CDTF">2025-05-09T02:57:09Z</dcterms:modified>
</cp:coreProperties>
</file>